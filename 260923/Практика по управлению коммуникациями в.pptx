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  <Override PartName="/ppt/authors.xml" ContentType="application/vnd.ms-powerpoint.author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22"/>
  </p:notesMasterIdLst>
  <p:handoutMasterIdLst>
    <p:handoutMasterId r:id="rId23"/>
  </p:handoutMasterIdLst>
  <p:sldIdLst>
    <p:sldId id="353" r:id="rId5"/>
    <p:sldId id="329" r:id="rId6"/>
    <p:sldId id="354" r:id="rId7"/>
    <p:sldId id="357" r:id="rId8"/>
    <p:sldId id="331" r:id="rId9"/>
    <p:sldId id="358" r:id="rId10"/>
    <p:sldId id="359" r:id="rId11"/>
    <p:sldId id="345" r:id="rId12"/>
    <p:sldId id="360" r:id="rId13"/>
    <p:sldId id="355" r:id="rId14"/>
    <p:sldId id="347" r:id="rId15"/>
    <p:sldId id="349" r:id="rId16"/>
    <p:sldId id="348" r:id="rId17"/>
    <p:sldId id="350" r:id="rId18"/>
    <p:sldId id="351" r:id="rId19"/>
    <p:sldId id="352" r:id="rId20"/>
    <p:sldId id="356" r:id="rId21"/>
  </p:sldIdLst>
  <p:sldSz cx="12192000" cy="6858000"/>
  <p:notesSz cx="6858000" cy="9144000"/>
  <p:defaultTextStyle>
    <a:defPPr rtl="0"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Author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9D7D9"/>
    <a:srgbClr val="93D3D9"/>
    <a:srgbClr val="AAD6FF"/>
    <a:srgbClr val="B2C8CD"/>
    <a:srgbClr val="CCD8D6"/>
    <a:srgbClr val="4F5945"/>
    <a:srgbClr val="73292A"/>
    <a:srgbClr val="7F867A"/>
    <a:srgbClr val="A65B3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204" autoAdjust="0"/>
    <p:restoredTop sz="94966" autoAdjust="0"/>
  </p:normalViewPr>
  <p:slideViewPr>
    <p:cSldViewPr snapToGrid="0">
      <p:cViewPr varScale="1">
        <p:scale>
          <a:sx n="56" d="100"/>
          <a:sy n="56" d="100"/>
        </p:scale>
        <p:origin x="720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howGuides="1">
      <p:cViewPr varScale="1">
        <p:scale>
          <a:sx n="82" d="100"/>
          <a:sy n="82" d="100"/>
        </p:scale>
        <p:origin x="2784" y="17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microsoft.com/office/2018/10/relationships/authors" Target="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commentAuthors" Target="commentAuthor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handoutMaster" Target="handoutMasters/handoutMaster1.xml"/><Relationship Id="rId28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notesMaster" Target="notesMasters/notesMaster1.xml"/><Relationship Id="rId27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>
            <a:extLst>
              <a:ext uri="{FF2B5EF4-FFF2-40B4-BE49-F238E27FC236}">
                <a16:creationId xmlns:a16="http://schemas.microsoft.com/office/drawing/2014/main" id="{A49852A6-C536-198B-0B36-808C24FAAF6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US" dirty="0"/>
          </a:p>
        </p:txBody>
      </p:sp>
      <p:sp>
        <p:nvSpPr>
          <p:cNvPr id="3" name="Местозаполнитель даты 2">
            <a:extLst>
              <a:ext uri="{FF2B5EF4-FFF2-40B4-BE49-F238E27FC236}">
                <a16:creationId xmlns:a16="http://schemas.microsoft.com/office/drawing/2014/main" id="{9F40B29C-E84A-E4D1-8998-1A961EC23BA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62A5AE42-7DC1-8140-9B13-146984FDEF22}" type="datetimeFigureOut">
              <a:rPr lang="en-US" smtClean="0"/>
              <a:t>10/28/2026</a:t>
            </a:fld>
            <a:endParaRPr lang="en-US" dirty="0"/>
          </a:p>
        </p:txBody>
      </p:sp>
      <p:sp>
        <p:nvSpPr>
          <p:cNvPr id="4" name="Местозаполнитель нижнего колонтитула 3">
            <a:extLst>
              <a:ext uri="{FF2B5EF4-FFF2-40B4-BE49-F238E27FC236}">
                <a16:creationId xmlns:a16="http://schemas.microsoft.com/office/drawing/2014/main" id="{FCCE4DE7-ED89-D264-F004-38F2DF4879D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US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CF7E8591-FF54-5A00-A703-95ABC16B78D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17369B77-94AB-0344-9EBF-9DB9EE8D3AB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859742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US" dirty="0"/>
          </a:p>
        </p:txBody>
      </p:sp>
      <p:sp>
        <p:nvSpPr>
          <p:cNvPr id="3" name="Местозаполнитель даты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E8F75F72-8950-AF4F-9381-1D26FB547EA1}" type="datetimeFigureOut">
              <a:rPr lang="en-US" smtClean="0"/>
              <a:t>10/28/2026</a:t>
            </a:fld>
            <a:endParaRPr lang="en-US" dirty="0"/>
          </a:p>
        </p:txBody>
      </p:sp>
      <p:sp>
        <p:nvSpPr>
          <p:cNvPr id="4" name="Местозаполнитель изображения слайда 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en-US" dirty="0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ru"/>
              <a:t>Щелкните, чтобы изменить стили текста образца слайда</a:t>
            </a:r>
          </a:p>
          <a:p>
            <a:pPr lvl="1" rtl="0"/>
            <a:r>
              <a:rPr lang="ru"/>
              <a:t>Второй уровень</a:t>
            </a:r>
          </a:p>
          <a:p>
            <a:pPr lvl="2" rtl="0"/>
            <a:r>
              <a:rPr lang="ru"/>
              <a:t>Третий уровень</a:t>
            </a:r>
          </a:p>
          <a:p>
            <a:pPr lvl="3" rtl="0"/>
            <a:r>
              <a:rPr lang="ru"/>
              <a:t>Четвертый уровень</a:t>
            </a:r>
          </a:p>
          <a:p>
            <a:pPr lvl="4" rtl="0"/>
            <a:r>
              <a:rPr lang="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US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0775476F-A808-1F46-A368-07984F6DA22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42527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естозаполнитель изображения слайда 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0775476F-A808-1F46-A368-07984F6DA22E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79107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0775476F-A808-1F46-A368-07984F6DA22E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75198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5.svg"/><Relationship Id="rId4" Type="http://schemas.openxmlformats.org/officeDocument/2006/relationships/image" Target="../media/image14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ьный слайд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Рисунок 4">
            <a:extLst>
              <a:ext uri="{FF2B5EF4-FFF2-40B4-BE49-F238E27FC236}">
                <a16:creationId xmlns:a16="http://schemas.microsoft.com/office/drawing/2014/main" id="{FD90036E-D78E-7995-BEF4-F64DA613C71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solidFill>
            <a:schemeClr val="tx1">
              <a:lumMod val="50000"/>
              <a:lumOff val="50000"/>
            </a:schemeClr>
          </a:solidFill>
        </p:spPr>
        <p:txBody>
          <a:bodyPr rtlCol="0"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08176" y="1463040"/>
            <a:ext cx="6327648" cy="2180543"/>
          </a:xfrm>
          <a:noFill/>
        </p:spPr>
        <p:txBody>
          <a:bodyPr rtlCol="0" anchor="b">
            <a:noAutofit/>
          </a:bodyPr>
          <a:lstStyle>
            <a:lvl1pPr algn="ctr">
              <a:defRPr sz="4800">
                <a:solidFill>
                  <a:schemeClr val="bg1"/>
                </a:solidFill>
              </a:defRPr>
            </a:lvl1pPr>
          </a:lstStyle>
          <a:p>
            <a:pPr rtl="0"/>
            <a:r>
              <a:rPr lang="ru-RU"/>
              <a:t>Образец заголовка</a:t>
            </a:r>
            <a:endParaRPr lang="ru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11096" y="3995928"/>
            <a:ext cx="5321808" cy="824404"/>
          </a:xfrm>
          <a:noFill/>
        </p:spPr>
        <p:txBody>
          <a:bodyPr rtlCol="0" anchor="ctr"/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ru-RU"/>
              <a:t>Образец подзаголовка</a:t>
            </a:r>
            <a:endParaRPr lang="ru"/>
          </a:p>
        </p:txBody>
      </p:sp>
    </p:spTree>
    <p:extLst>
      <p:ext uri="{BB962C8B-B14F-4D97-AF65-F5344CB8AC3E}">
        <p14:creationId xmlns:p14="http://schemas.microsoft.com/office/powerpoint/2010/main" val="29164985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овестка дн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A0D1FF5-7EF8-4250-A259-43050ABBD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9048" y="530352"/>
            <a:ext cx="5385816" cy="1810512"/>
          </a:xfrm>
        </p:spPr>
        <p:txBody>
          <a:bodyPr rtlCol="0" anchor="b">
            <a:normAutofit/>
          </a:bodyPr>
          <a:lstStyle>
            <a:lvl1pPr>
              <a:defRPr sz="4000"/>
            </a:lvl1pPr>
          </a:lstStyle>
          <a:p>
            <a:pPr rtl="0"/>
            <a:r>
              <a:rPr lang="ru-RU"/>
              <a:t>Образец заголовка</a:t>
            </a:r>
            <a:endParaRPr lang="ru"/>
          </a:p>
        </p:txBody>
      </p:sp>
      <p:sp>
        <p:nvSpPr>
          <p:cNvPr id="7" name="Замещающая рамка рисунка 6">
            <a:extLst>
              <a:ext uri="{FF2B5EF4-FFF2-40B4-BE49-F238E27FC236}">
                <a16:creationId xmlns:a16="http://schemas.microsoft.com/office/drawing/2014/main" id="{8B3132E8-A261-CEAB-129F-0FED7AD8D00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" y="0"/>
            <a:ext cx="5174458" cy="6858000"/>
          </a:xfrm>
        </p:spPr>
        <p:txBody>
          <a:bodyPr rtlCol="0"/>
          <a:lstStyle>
            <a:lvl1pPr marL="0" indent="0">
              <a:buNone/>
              <a:defRPr/>
            </a:lvl1pPr>
          </a:lstStyle>
          <a:p>
            <a:pPr rtl="0"/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32" name="Объект 5">
            <a:extLst>
              <a:ext uri="{FF2B5EF4-FFF2-40B4-BE49-F238E27FC236}">
                <a16:creationId xmlns:a16="http://schemas.microsoft.com/office/drawing/2014/main" id="{9BEB2D80-6263-5794-6A1A-CFF345F7A92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099048" y="2962656"/>
            <a:ext cx="5385816" cy="2706624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Clr>
                <a:srgbClr val="73292A"/>
              </a:buClr>
              <a:buNone/>
              <a:defRPr sz="2400"/>
            </a:lvl1pPr>
            <a:lvl2pPr marL="228600">
              <a:buClr>
                <a:srgbClr val="73292A"/>
              </a:buClr>
              <a:defRPr sz="2000"/>
            </a:lvl2pPr>
            <a:lvl3pPr marL="685800">
              <a:buClr>
                <a:srgbClr val="73292A"/>
              </a:buClr>
              <a:defRPr sz="1800"/>
            </a:lvl3pPr>
            <a:lvl4pPr marL="1143000">
              <a:buClr>
                <a:srgbClr val="73292A"/>
              </a:buClr>
              <a:defRPr sz="1600"/>
            </a:lvl4pPr>
            <a:lvl5pPr marL="1600200">
              <a:buClr>
                <a:srgbClr val="73292A"/>
              </a:buClr>
              <a:defRPr sz="1600"/>
            </a:lvl5pPr>
          </a:lstStyle>
          <a:p>
            <a:pPr lvl="0" rtl="0"/>
            <a:r>
              <a:rPr lang="ru-RU"/>
              <a:t>Образец текста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  <a:endParaRPr lang="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3A51CCCC-1589-401D-AE98-FC28716301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99048" y="6356350"/>
            <a:ext cx="4114800" cy="365125"/>
          </a:xfrm>
        </p:spPr>
        <p:txBody>
          <a:bodyPr rtlCol="0"/>
          <a:lstStyle/>
          <a:p>
            <a:pPr rtl="0"/>
            <a:r>
              <a:rPr lang="ru"/>
              <a:t>Заголовок презентации</a:t>
            </a:r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285D9D7D-8D9A-473E-AF0D-EF1940D793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34928" y="6356350"/>
            <a:ext cx="716280" cy="365125"/>
          </a:xfrm>
        </p:spPr>
        <p:txBody>
          <a:bodyPr rtlCol="0"/>
          <a:lstStyle/>
          <a:p>
            <a:pPr rtl="0"/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DCAF8C32-80F8-F614-8280-02F76781F238}"/>
              </a:ext>
            </a:extLst>
          </p:cNvPr>
          <p:cNvSpPr/>
          <p:nvPr userDrawn="1"/>
        </p:nvSpPr>
        <p:spPr>
          <a:xfrm>
            <a:off x="5174459" y="0"/>
            <a:ext cx="45719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dirty="0"/>
          </a:p>
        </p:txBody>
      </p:sp>
      <p:pic>
        <p:nvPicPr>
          <p:cNvPr id="3" name="Графический объект 2">
            <a:extLst>
              <a:ext uri="{FF2B5EF4-FFF2-40B4-BE49-F238E27FC236}">
                <a16:creationId xmlns:a16="http://schemas.microsoft.com/office/drawing/2014/main" id="{02CB607F-27CE-D613-F812-E70C738FA04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34723"/>
          <a:stretch/>
        </p:blipFill>
        <p:spPr>
          <a:xfrm>
            <a:off x="9959711" y="738051"/>
            <a:ext cx="2232289" cy="5381892"/>
          </a:xfrm>
          <a:prstGeom prst="rect">
            <a:avLst/>
          </a:prstGeom>
        </p:spPr>
      </p:pic>
      <p:cxnSp>
        <p:nvCxnSpPr>
          <p:cNvPr id="4" name="Прямая соединительная линия 3">
            <a:extLst>
              <a:ext uri="{FF2B5EF4-FFF2-40B4-BE49-F238E27FC236}">
                <a16:creationId xmlns:a16="http://schemas.microsoft.com/office/drawing/2014/main" id="{0A689F60-3D32-FD74-24A9-266643081E85}"/>
              </a:ext>
            </a:extLst>
          </p:cNvPr>
          <p:cNvCxnSpPr>
            <a:cxnSpLocks/>
          </p:cNvCxnSpPr>
          <p:nvPr userDrawn="1"/>
        </p:nvCxnSpPr>
        <p:spPr>
          <a:xfrm>
            <a:off x="6189979" y="2649682"/>
            <a:ext cx="3325980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Рисунок 4" descr="Изображение, содержащее текст&#10;&#10;Описание сгенерировано автоматически">
            <a:extLst>
              <a:ext uri="{FF2B5EF4-FFF2-40B4-BE49-F238E27FC236}">
                <a16:creationId xmlns:a16="http://schemas.microsoft.com/office/drawing/2014/main" id="{B827D708-B036-EE04-B213-EC3EAAE0681B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aturation sat="3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029920" y="2509197"/>
            <a:ext cx="972078" cy="285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39805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раздела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мещающая рамка рисунка 4">
            <a:extLst>
              <a:ext uri="{FF2B5EF4-FFF2-40B4-BE49-F238E27FC236}">
                <a16:creationId xmlns:a16="http://schemas.microsoft.com/office/drawing/2014/main" id="{68B802A0-174F-ED42-DB3C-30B25D7D20B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solidFill>
            <a:schemeClr val="tx1">
              <a:lumMod val="50000"/>
              <a:lumOff val="50000"/>
            </a:schemeClr>
          </a:solidFill>
        </p:spPr>
        <p:txBody>
          <a:bodyPr rtlCol="0"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C5682FAF-43FC-D4B4-4D6A-E5D70198C1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81912" y="2185416"/>
            <a:ext cx="9052560" cy="2487168"/>
          </a:xfrm>
          <a:noFill/>
        </p:spPr>
        <p:txBody>
          <a:bodyPr rtlCol="0" anchor="ctr">
            <a:noAutofit/>
          </a:bodyPr>
          <a:lstStyle>
            <a:lvl1pPr algn="ctr">
              <a:defRPr sz="4800">
                <a:solidFill>
                  <a:schemeClr val="bg1"/>
                </a:solidFill>
              </a:defRPr>
            </a:lvl1pPr>
          </a:lstStyle>
          <a:p>
            <a:pPr rtl="0"/>
            <a:r>
              <a:rPr lang="ru-RU"/>
              <a:t>Образец заголовка</a:t>
            </a:r>
            <a:endParaRPr lang="ru"/>
          </a:p>
        </p:txBody>
      </p:sp>
    </p:spTree>
    <p:extLst>
      <p:ext uri="{BB962C8B-B14F-4D97-AF65-F5344CB8AC3E}">
        <p14:creationId xmlns:p14="http://schemas.microsoft.com/office/powerpoint/2010/main" val="28026350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и под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Графический объект 5">
            <a:extLst>
              <a:ext uri="{FF2B5EF4-FFF2-40B4-BE49-F238E27FC236}">
                <a16:creationId xmlns:a16="http://schemas.microsoft.com/office/drawing/2014/main" id="{7F691F67-3A33-EA2C-967A-86934DA1D47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69401" b="24659"/>
          <a:stretch/>
        </p:blipFill>
        <p:spPr>
          <a:xfrm>
            <a:off x="5856445" y="726334"/>
            <a:ext cx="1898043" cy="5405332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A0D1FF5-7EF8-4250-A259-43050ABBD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792" y="722376"/>
            <a:ext cx="6419088" cy="2350008"/>
          </a:xfrm>
        </p:spPr>
        <p:txBody>
          <a:bodyPr rtlCol="0" anchor="b">
            <a:normAutofit/>
          </a:bodyPr>
          <a:lstStyle>
            <a:lvl1pPr algn="ctr">
              <a:defRPr sz="4400"/>
            </a:lvl1pPr>
          </a:lstStyle>
          <a:p>
            <a:pPr rtl="0"/>
            <a:r>
              <a:rPr lang="ru-RU"/>
              <a:t>Образец заголовка</a:t>
            </a:r>
            <a:endParaRPr lang="ru"/>
          </a:p>
        </p:txBody>
      </p:sp>
      <p:sp>
        <p:nvSpPr>
          <p:cNvPr id="13" name="Подзаголовок 2">
            <a:extLst>
              <a:ext uri="{FF2B5EF4-FFF2-40B4-BE49-F238E27FC236}">
                <a16:creationId xmlns:a16="http://schemas.microsoft.com/office/drawing/2014/main" id="{F6B0D1AB-E9D6-841F-7178-F60F07AF3B3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0079" y="3931920"/>
            <a:ext cx="6419088" cy="1389888"/>
          </a:xfrm>
        </p:spPr>
        <p:txBody>
          <a:bodyPr rtlCol="0">
            <a:normAutofit/>
          </a:bodyPr>
          <a:lstStyle>
            <a:lvl1pPr marL="0" indent="0" algn="ctr">
              <a:buNone/>
              <a:defRPr sz="2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ru-RU"/>
              <a:t>Образец подзаголовка</a:t>
            </a:r>
            <a:endParaRPr lang="ru"/>
          </a:p>
        </p:txBody>
      </p:sp>
      <p:sp>
        <p:nvSpPr>
          <p:cNvPr id="7" name="Замещающая рамка рисунка 6">
            <a:extLst>
              <a:ext uri="{FF2B5EF4-FFF2-40B4-BE49-F238E27FC236}">
                <a16:creationId xmlns:a16="http://schemas.microsoft.com/office/drawing/2014/main" id="{8B3132E8-A261-CEAB-129F-0FED7AD8D00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754488" y="0"/>
            <a:ext cx="4434464" cy="6858000"/>
          </a:xfrm>
        </p:spPr>
        <p:txBody>
          <a:bodyPr rtlCol="0"/>
          <a:lstStyle>
            <a:lvl1pPr marL="0" indent="0">
              <a:buNone/>
              <a:defRPr/>
            </a:lvl1pPr>
          </a:lstStyle>
          <a:p>
            <a:pPr rtl="0"/>
            <a:r>
              <a:rPr lang="ru-RU"/>
              <a:t>Вставка рисунка</a:t>
            </a:r>
            <a:endParaRPr lang="en-US" dirty="0"/>
          </a:p>
        </p:txBody>
      </p:sp>
      <p:cxnSp>
        <p:nvCxnSpPr>
          <p:cNvPr id="11" name="Прямая соединительная линия 10">
            <a:extLst>
              <a:ext uri="{FF2B5EF4-FFF2-40B4-BE49-F238E27FC236}">
                <a16:creationId xmlns:a16="http://schemas.microsoft.com/office/drawing/2014/main" id="{DB41B1E5-0891-6540-C6C6-2E4CF929E2D5}"/>
              </a:ext>
            </a:extLst>
          </p:cNvPr>
          <p:cNvCxnSpPr>
            <a:cxnSpLocks/>
          </p:cNvCxnSpPr>
          <p:nvPr userDrawn="1"/>
        </p:nvCxnSpPr>
        <p:spPr>
          <a:xfrm>
            <a:off x="1679972" y="3432325"/>
            <a:ext cx="4376421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Рисунок 11" descr="Изображение, содержащее текст&#10;&#10;Описание сгенерировано автоматически">
            <a:extLst>
              <a:ext uri="{FF2B5EF4-FFF2-40B4-BE49-F238E27FC236}">
                <a16:creationId xmlns:a16="http://schemas.microsoft.com/office/drawing/2014/main" id="{2CA6CDBD-54C9-2154-A4D6-F432B3CF27F7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aturation sat="3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43169" y="3291840"/>
            <a:ext cx="972078" cy="285381"/>
          </a:xfrm>
          <a:prstGeom prst="rect">
            <a:avLst/>
          </a:prstGeom>
        </p:spPr>
      </p:pic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57541814-983F-1B1C-1D5D-EBAC0D9BEB4C}"/>
              </a:ext>
            </a:extLst>
          </p:cNvPr>
          <p:cNvSpPr/>
          <p:nvPr userDrawn="1"/>
        </p:nvSpPr>
        <p:spPr>
          <a:xfrm>
            <a:off x="7711438" y="0"/>
            <a:ext cx="45719" cy="6858000"/>
          </a:xfrm>
          <a:prstGeom prst="rect">
            <a:avLst/>
          </a:prstGeom>
          <a:solidFill>
            <a:schemeClr val="tx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31738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и объект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Графический объект 4">
            <a:extLst>
              <a:ext uri="{FF2B5EF4-FFF2-40B4-BE49-F238E27FC236}">
                <a16:creationId xmlns:a16="http://schemas.microsoft.com/office/drawing/2014/main" id="{7D338C08-B5A9-DA78-1FE4-12BEFEB61B6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6136" t="6121"/>
          <a:stretch/>
        </p:blipFill>
        <p:spPr>
          <a:xfrm rot="16200000" flipH="1" flipV="1">
            <a:off x="7528785" y="-1437953"/>
            <a:ext cx="3225262" cy="6101168"/>
          </a:xfrm>
          <a:prstGeom prst="rect">
            <a:avLst/>
          </a:prstGeom>
        </p:spPr>
      </p:pic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A6865A83-7754-90AF-ABA5-0759C2C74767}"/>
              </a:ext>
            </a:extLst>
          </p:cNvPr>
          <p:cNvSpPr/>
          <p:nvPr userDrawn="1"/>
        </p:nvSpPr>
        <p:spPr>
          <a:xfrm>
            <a:off x="0" y="0"/>
            <a:ext cx="479094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dirty="0"/>
          </a:p>
        </p:txBody>
      </p:sp>
      <p:pic>
        <p:nvPicPr>
          <p:cNvPr id="7" name="Графический объект 6">
            <a:extLst>
              <a:ext uri="{FF2B5EF4-FFF2-40B4-BE49-F238E27FC236}">
                <a16:creationId xmlns:a16="http://schemas.microsoft.com/office/drawing/2014/main" id="{230C4EDD-E959-BB97-7574-864A6EDFD37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b="32292"/>
          <a:stretch/>
        </p:blipFill>
        <p:spPr>
          <a:xfrm>
            <a:off x="602251" y="4944272"/>
            <a:ext cx="3848748" cy="1913728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610998D-17F5-CC68-2E37-9789F050B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2688" y="1408176"/>
            <a:ext cx="3392424" cy="4014216"/>
          </a:xfrm>
        </p:spPr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ru-RU"/>
              <a:t>Образец заголовка</a:t>
            </a:r>
            <a:endParaRPr lang="ru"/>
          </a:p>
        </p:txBody>
      </p:sp>
      <p:sp>
        <p:nvSpPr>
          <p:cNvPr id="9" name="Объект 8">
            <a:extLst>
              <a:ext uri="{FF2B5EF4-FFF2-40B4-BE49-F238E27FC236}">
                <a16:creationId xmlns:a16="http://schemas.microsoft.com/office/drawing/2014/main" id="{1DBC944E-6F68-C409-3596-8B6F50E09B9B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724144" y="1536192"/>
            <a:ext cx="5696712" cy="3758184"/>
          </a:xfrm>
        </p:spPr>
        <p:txBody>
          <a:bodyPr rtlCol="0"/>
          <a:lstStyle>
            <a:lvl1pPr>
              <a:spcAft>
                <a:spcPts val="600"/>
              </a:spcAft>
              <a:buClr>
                <a:schemeClr val="accent2"/>
              </a:buClr>
              <a:defRPr sz="2200"/>
            </a:lvl1pPr>
            <a:lvl2pPr>
              <a:buClr>
                <a:schemeClr val="accent2"/>
              </a:buClr>
              <a:defRPr sz="2000"/>
            </a:lvl2pPr>
            <a:lvl3pPr>
              <a:buClr>
                <a:schemeClr val="accent2"/>
              </a:buClr>
              <a:defRPr sz="1800"/>
            </a:lvl3pPr>
            <a:lvl4pPr>
              <a:buClr>
                <a:schemeClr val="accent2"/>
              </a:buClr>
              <a:defRPr sz="1600"/>
            </a:lvl4pPr>
            <a:lvl5pPr>
              <a:buClr>
                <a:schemeClr val="accent2"/>
              </a:buClr>
              <a:defRPr sz="1400"/>
            </a:lvl5pPr>
          </a:lstStyle>
          <a:p>
            <a:pPr lvl="0" rtl="0"/>
            <a:r>
              <a:rPr lang="ru-RU"/>
              <a:t>Образец текста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  <a:endParaRPr lang="ru"/>
          </a:p>
        </p:txBody>
      </p:sp>
      <p:sp>
        <p:nvSpPr>
          <p:cNvPr id="3" name="Местозаполнитель нижнего колонтитула 2">
            <a:extLst>
              <a:ext uri="{FF2B5EF4-FFF2-40B4-BE49-F238E27FC236}">
                <a16:creationId xmlns:a16="http://schemas.microsoft.com/office/drawing/2014/main" id="{03FE570D-F390-097A-83FE-FB9C9CD92EA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5724144" y="6356350"/>
            <a:ext cx="4114800" cy="365125"/>
          </a:xfrm>
        </p:spPr>
        <p:txBody>
          <a:bodyPr rtlCol="0"/>
          <a:lstStyle/>
          <a:p>
            <a:pPr rtl="0"/>
            <a:r>
              <a:rPr lang="ru"/>
              <a:t>Заголовок презентации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3D119F3A-839F-70D5-1136-F47387FBF61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635996" y="6356350"/>
            <a:ext cx="784860" cy="365125"/>
          </a:xfrm>
        </p:spPr>
        <p:txBody>
          <a:bodyPr rtlCol="0"/>
          <a:lstStyle/>
          <a:p>
            <a:pPr rtl="0"/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377048F4-9454-D035-3356-DD623DFCEE42}"/>
              </a:ext>
            </a:extLst>
          </p:cNvPr>
          <p:cNvSpPr/>
          <p:nvPr userDrawn="1"/>
        </p:nvSpPr>
        <p:spPr>
          <a:xfrm rot="5400000">
            <a:off x="1361771" y="3406143"/>
            <a:ext cx="6857999" cy="45719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04209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раздела с подзаголовком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Рисунок 4">
            <a:extLst>
              <a:ext uri="{FF2B5EF4-FFF2-40B4-BE49-F238E27FC236}">
                <a16:creationId xmlns:a16="http://schemas.microsoft.com/office/drawing/2014/main" id="{68B802A0-174F-ED42-DB3C-30B25D7D20B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solidFill>
            <a:schemeClr val="tx1">
              <a:lumMod val="50000"/>
              <a:lumOff val="50000"/>
            </a:schemeClr>
          </a:solidFill>
        </p:spPr>
        <p:txBody>
          <a:bodyPr rtlCol="0"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C5682FAF-43FC-D4B4-4D6A-E5D70198C1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7048" y="2276856"/>
            <a:ext cx="9144000" cy="1508760"/>
          </a:xfrm>
          <a:noFill/>
        </p:spPr>
        <p:txBody>
          <a:bodyPr rtlCol="0" anchor="ctr">
            <a:noAutofit/>
          </a:bodyPr>
          <a:lstStyle>
            <a:lvl1pPr algn="ctr">
              <a:defRPr sz="4800">
                <a:solidFill>
                  <a:schemeClr val="bg1"/>
                </a:solidFill>
              </a:defRPr>
            </a:lvl1pPr>
          </a:lstStyle>
          <a:p>
            <a:pPr rtl="0"/>
            <a:r>
              <a:rPr lang="ru-RU"/>
              <a:t>Образец заголовка</a:t>
            </a:r>
            <a:endParaRPr lang="ru"/>
          </a:p>
        </p:txBody>
      </p:sp>
      <p:sp>
        <p:nvSpPr>
          <p:cNvPr id="2" name="Подзаголовок 2">
            <a:extLst>
              <a:ext uri="{FF2B5EF4-FFF2-40B4-BE49-F238E27FC236}">
                <a16:creationId xmlns:a16="http://schemas.microsoft.com/office/drawing/2014/main" id="{FB724EDC-0FF4-BC78-C7CF-5B31189CBF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7048" y="3858768"/>
            <a:ext cx="9144000" cy="841248"/>
          </a:xfrm>
          <a:noFill/>
        </p:spPr>
        <p:txBody>
          <a:bodyPr rtlCol="0" anchor="t"/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ru-RU"/>
              <a:t>Образец подзаголовка</a:t>
            </a:r>
            <a:endParaRPr lang="ru"/>
          </a:p>
        </p:txBody>
      </p:sp>
    </p:spTree>
    <p:extLst>
      <p:ext uri="{BB962C8B-B14F-4D97-AF65-F5344CB8AC3E}">
        <p14:creationId xmlns:p14="http://schemas.microsoft.com/office/powerpoint/2010/main" val="1939118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ва элемента содержимого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A6865A83-7754-90AF-ABA5-0759C2C74767}"/>
              </a:ext>
            </a:extLst>
          </p:cNvPr>
          <p:cNvSpPr/>
          <p:nvPr userDrawn="1"/>
        </p:nvSpPr>
        <p:spPr>
          <a:xfrm>
            <a:off x="-1" y="0"/>
            <a:ext cx="12188952" cy="204825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610998D-17F5-CC68-2E37-9789F050B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2688" y="228600"/>
            <a:ext cx="9528048" cy="1600200"/>
          </a:xfrm>
        </p:spPr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ru-RU"/>
              <a:t>Образец заголовка</a:t>
            </a:r>
            <a:endParaRPr lang="ru"/>
          </a:p>
        </p:txBody>
      </p:sp>
      <p:sp>
        <p:nvSpPr>
          <p:cNvPr id="9" name="Местозаполнитель содержимого 8">
            <a:extLst>
              <a:ext uri="{FF2B5EF4-FFF2-40B4-BE49-F238E27FC236}">
                <a16:creationId xmlns:a16="http://schemas.microsoft.com/office/drawing/2014/main" id="{1DBC944E-6F68-C409-3596-8B6F50E09B9B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932688" y="2523744"/>
            <a:ext cx="4864608" cy="3694176"/>
          </a:xfrm>
        </p:spPr>
        <p:txBody>
          <a:bodyPr rtlCol="0"/>
          <a:lstStyle>
            <a:lvl1pPr marL="0" indent="0">
              <a:spcAft>
                <a:spcPts val="0"/>
              </a:spcAft>
              <a:buClr>
                <a:schemeClr val="accent2"/>
              </a:buClr>
              <a:buNone/>
              <a:defRPr sz="2400">
                <a:solidFill>
                  <a:schemeClr val="tx2">
                    <a:lumMod val="25000"/>
                  </a:schemeClr>
                </a:solidFill>
              </a:defRPr>
            </a:lvl1pPr>
            <a:lvl2pPr marL="228600">
              <a:spcBef>
                <a:spcPts val="1000"/>
              </a:spcBef>
              <a:buClr>
                <a:schemeClr val="accent2"/>
              </a:buClr>
              <a:defRPr sz="2400">
                <a:solidFill>
                  <a:schemeClr val="tx2">
                    <a:lumMod val="25000"/>
                  </a:schemeClr>
                </a:solidFill>
              </a:defRPr>
            </a:lvl2pPr>
            <a:lvl3pPr marL="685800">
              <a:buClr>
                <a:schemeClr val="accent2"/>
              </a:buClr>
              <a:defRPr sz="2000">
                <a:solidFill>
                  <a:schemeClr val="tx2">
                    <a:lumMod val="25000"/>
                  </a:schemeClr>
                </a:solidFill>
              </a:defRPr>
            </a:lvl3pPr>
            <a:lvl4pPr marL="1143000">
              <a:buClr>
                <a:schemeClr val="accent2"/>
              </a:buClr>
              <a:defRPr sz="1800">
                <a:solidFill>
                  <a:schemeClr val="tx2">
                    <a:lumMod val="25000"/>
                  </a:schemeClr>
                </a:solidFill>
              </a:defRPr>
            </a:lvl4pPr>
            <a:lvl5pPr marL="1600200">
              <a:buClr>
                <a:schemeClr val="accent2"/>
              </a:buClr>
              <a:defRPr sz="1600">
                <a:solidFill>
                  <a:schemeClr val="tx2">
                    <a:lumMod val="25000"/>
                  </a:schemeClr>
                </a:solidFill>
              </a:defRPr>
            </a:lvl5pPr>
          </a:lstStyle>
          <a:p>
            <a:pPr lvl="0" rtl="0"/>
            <a:r>
              <a:rPr lang="ru-RU"/>
              <a:t>Образец текста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  <a:endParaRPr lang="ru"/>
          </a:p>
        </p:txBody>
      </p:sp>
      <p:sp>
        <p:nvSpPr>
          <p:cNvPr id="11" name="Объект 8">
            <a:extLst>
              <a:ext uri="{FF2B5EF4-FFF2-40B4-BE49-F238E27FC236}">
                <a16:creationId xmlns:a16="http://schemas.microsoft.com/office/drawing/2014/main" id="{450D1A9C-4404-2909-F0C4-B7571474C94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684264" y="2523744"/>
            <a:ext cx="4864608" cy="3694176"/>
          </a:xfrm>
        </p:spPr>
        <p:txBody>
          <a:bodyPr rtlCol="0"/>
          <a:lstStyle>
            <a:lvl1pPr marL="0" indent="0">
              <a:spcAft>
                <a:spcPts val="0"/>
              </a:spcAft>
              <a:buClr>
                <a:schemeClr val="accent2"/>
              </a:buClr>
              <a:buNone/>
              <a:defRPr sz="2400">
                <a:solidFill>
                  <a:schemeClr val="tx2">
                    <a:lumMod val="25000"/>
                  </a:schemeClr>
                </a:solidFill>
              </a:defRPr>
            </a:lvl1pPr>
            <a:lvl2pPr marL="228600">
              <a:spcBef>
                <a:spcPts val="1000"/>
              </a:spcBef>
              <a:buClr>
                <a:schemeClr val="accent2"/>
              </a:buClr>
              <a:defRPr sz="2400">
                <a:solidFill>
                  <a:schemeClr val="tx2">
                    <a:lumMod val="25000"/>
                  </a:schemeClr>
                </a:solidFill>
              </a:defRPr>
            </a:lvl2pPr>
            <a:lvl3pPr marL="685800">
              <a:buClr>
                <a:schemeClr val="accent2"/>
              </a:buClr>
              <a:defRPr sz="2000">
                <a:solidFill>
                  <a:schemeClr val="tx2">
                    <a:lumMod val="25000"/>
                  </a:schemeClr>
                </a:solidFill>
              </a:defRPr>
            </a:lvl3pPr>
            <a:lvl4pPr marL="1143000">
              <a:buClr>
                <a:schemeClr val="accent2"/>
              </a:buClr>
              <a:defRPr sz="1800">
                <a:solidFill>
                  <a:schemeClr val="tx2">
                    <a:lumMod val="25000"/>
                  </a:schemeClr>
                </a:solidFill>
              </a:defRPr>
            </a:lvl4pPr>
            <a:lvl5pPr marL="1600200">
              <a:buClr>
                <a:schemeClr val="accent2"/>
              </a:buClr>
              <a:defRPr sz="1600">
                <a:solidFill>
                  <a:schemeClr val="tx2">
                    <a:lumMod val="25000"/>
                  </a:schemeClr>
                </a:solidFill>
              </a:defRPr>
            </a:lvl5pPr>
          </a:lstStyle>
          <a:p>
            <a:pPr lvl="0" rtl="0"/>
            <a:r>
              <a:rPr lang="ru-RU"/>
              <a:t>Образец текста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  <a:endParaRPr lang="ru"/>
          </a:p>
        </p:txBody>
      </p:sp>
      <p:sp>
        <p:nvSpPr>
          <p:cNvPr id="3" name="Местозаполнитель нижнего колонтитула 2">
            <a:extLst>
              <a:ext uri="{FF2B5EF4-FFF2-40B4-BE49-F238E27FC236}">
                <a16:creationId xmlns:a16="http://schemas.microsoft.com/office/drawing/2014/main" id="{03FE570D-F390-097A-83FE-FB9C9CD92EA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932688" y="6356350"/>
            <a:ext cx="4114800" cy="365125"/>
          </a:xfrm>
        </p:spPr>
        <p:txBody>
          <a:bodyPr rtlCol="0"/>
          <a:lstStyle/>
          <a:p>
            <a:pPr rtl="0"/>
            <a:r>
              <a:rPr lang="ru"/>
              <a:t>Заголовок презентации</a:t>
            </a:r>
          </a:p>
        </p:txBody>
      </p:sp>
      <p:sp>
        <p:nvSpPr>
          <p:cNvPr id="4" name="Местозаполнитель номера слайда 3">
            <a:extLst>
              <a:ext uri="{FF2B5EF4-FFF2-40B4-BE49-F238E27FC236}">
                <a16:creationId xmlns:a16="http://schemas.microsoft.com/office/drawing/2014/main" id="{3D119F3A-839F-70D5-1136-F47387FBF61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635996" y="6356350"/>
            <a:ext cx="784860" cy="365125"/>
          </a:xfrm>
        </p:spPr>
        <p:txBody>
          <a:bodyPr rtlCol="0"/>
          <a:lstStyle/>
          <a:p>
            <a:pPr rtl="0"/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8" name="Графический объект 7">
            <a:extLst>
              <a:ext uri="{FF2B5EF4-FFF2-40B4-BE49-F238E27FC236}">
                <a16:creationId xmlns:a16="http://schemas.microsoft.com/office/drawing/2014/main" id="{D1885D14-9B48-E0B1-43FF-B19F5005FDA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b="32292"/>
          <a:stretch/>
        </p:blipFill>
        <p:spPr>
          <a:xfrm>
            <a:off x="8472405" y="132047"/>
            <a:ext cx="3848748" cy="1913728"/>
          </a:xfrm>
          <a:prstGeom prst="rect">
            <a:avLst/>
          </a:prstGeom>
        </p:spPr>
      </p:pic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CD7ECFC8-50F2-4F2A-960A-F4F79E198620}"/>
              </a:ext>
            </a:extLst>
          </p:cNvPr>
          <p:cNvSpPr/>
          <p:nvPr userDrawn="1"/>
        </p:nvSpPr>
        <p:spPr>
          <a:xfrm>
            <a:off x="0" y="2022420"/>
            <a:ext cx="12192000" cy="45719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80989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и два элемента содержимог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Графический объект 10">
            <a:extLst>
              <a:ext uri="{FF2B5EF4-FFF2-40B4-BE49-F238E27FC236}">
                <a16:creationId xmlns:a16="http://schemas.microsoft.com/office/drawing/2014/main" id="{B7F52C37-6A33-FD57-31EC-516F581DF13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7420" b="36176"/>
          <a:stretch/>
        </p:blipFill>
        <p:spPr>
          <a:xfrm>
            <a:off x="0" y="2510651"/>
            <a:ext cx="2841744" cy="4347350"/>
          </a:xfrm>
          <a:prstGeom prst="rect">
            <a:avLst/>
          </a:prstGeom>
        </p:spPr>
      </p:pic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A6865A83-7754-90AF-ABA5-0759C2C74767}"/>
              </a:ext>
            </a:extLst>
          </p:cNvPr>
          <p:cNvSpPr/>
          <p:nvPr userDrawn="1"/>
        </p:nvSpPr>
        <p:spPr>
          <a:xfrm>
            <a:off x="7397496" y="0"/>
            <a:ext cx="479094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610998D-17F5-CC68-2E37-9789F050B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1584" y="1408176"/>
            <a:ext cx="3392424" cy="4014216"/>
          </a:xfrm>
        </p:spPr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ru-RU"/>
              <a:t>Образец заголовка</a:t>
            </a:r>
            <a:endParaRPr lang="ru"/>
          </a:p>
        </p:txBody>
      </p:sp>
      <p:sp>
        <p:nvSpPr>
          <p:cNvPr id="9" name="Местозаполнитель содержимого 8">
            <a:extLst>
              <a:ext uri="{FF2B5EF4-FFF2-40B4-BE49-F238E27FC236}">
                <a16:creationId xmlns:a16="http://schemas.microsoft.com/office/drawing/2014/main" id="{1DBC944E-6F68-C409-3596-8B6F50E09B9B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932688" y="685800"/>
            <a:ext cx="5276088" cy="1563624"/>
          </a:xfrm>
        </p:spPr>
        <p:txBody>
          <a:bodyPr rtlCol="0">
            <a:noAutofit/>
          </a:bodyPr>
          <a:lstStyle>
            <a:lvl1pPr marL="457200" indent="-457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Font typeface="+mj-lt"/>
              <a:buAutoNum type="arabicPeriod"/>
              <a:defRPr sz="2400">
                <a:solidFill>
                  <a:schemeClr val="tx2">
                    <a:lumMod val="25000"/>
                  </a:schemeClr>
                </a:solidFill>
              </a:defRPr>
            </a:lvl1pPr>
            <a:lvl2pPr marL="914400" indent="-457200">
              <a:buClr>
                <a:schemeClr val="accent2"/>
              </a:buClr>
              <a:buFont typeface="+mj-lt"/>
              <a:buAutoNum type="alphaLcPeriod"/>
              <a:defRPr sz="2400">
                <a:solidFill>
                  <a:schemeClr val="tx2">
                    <a:lumMod val="25000"/>
                  </a:schemeClr>
                </a:solidFill>
              </a:defRPr>
            </a:lvl2pPr>
            <a:lvl3pPr marL="1371600" indent="-457200">
              <a:buClr>
                <a:schemeClr val="accent2"/>
              </a:buClr>
              <a:buFont typeface="+mj-lt"/>
              <a:buAutoNum type="romanLcPeriod"/>
              <a:defRPr sz="2000">
                <a:solidFill>
                  <a:schemeClr val="tx2">
                    <a:lumMod val="25000"/>
                  </a:schemeClr>
                </a:solidFill>
              </a:defRPr>
            </a:lvl3pPr>
            <a:lvl4pPr marL="1714500" indent="-342900">
              <a:buClr>
                <a:schemeClr val="accent2"/>
              </a:buClr>
              <a:buFont typeface="+mj-lt"/>
              <a:buAutoNum type="arabicParenR"/>
              <a:defRPr sz="1800">
                <a:solidFill>
                  <a:schemeClr val="tx2">
                    <a:lumMod val="25000"/>
                  </a:schemeClr>
                </a:solidFill>
              </a:defRPr>
            </a:lvl4pPr>
            <a:lvl5pPr marL="2171700" indent="-342900">
              <a:buClr>
                <a:schemeClr val="accent2"/>
              </a:buClr>
              <a:buFont typeface="+mj-lt"/>
              <a:buAutoNum type="alphaLcParenR"/>
              <a:defRPr sz="1600">
                <a:solidFill>
                  <a:schemeClr val="tx2">
                    <a:lumMod val="25000"/>
                  </a:schemeClr>
                </a:solidFill>
              </a:defRPr>
            </a:lvl5pPr>
          </a:lstStyle>
          <a:p>
            <a:pPr lvl="0" rtl="0"/>
            <a:r>
              <a:rPr lang="ru-RU"/>
              <a:t>Образец текста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  <a:endParaRPr lang="ru"/>
          </a:p>
        </p:txBody>
      </p:sp>
      <p:sp>
        <p:nvSpPr>
          <p:cNvPr id="10" name="Объект 8">
            <a:extLst>
              <a:ext uri="{FF2B5EF4-FFF2-40B4-BE49-F238E27FC236}">
                <a16:creationId xmlns:a16="http://schemas.microsoft.com/office/drawing/2014/main" id="{EC526101-2775-A309-0B4A-DB278C3974D2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32688" y="2697480"/>
            <a:ext cx="5276088" cy="3483864"/>
          </a:xfrm>
        </p:spPr>
        <p:txBody>
          <a:bodyPr rtlCol="0"/>
          <a:lstStyle>
            <a:lvl1pPr marL="0" indent="0">
              <a:spcAft>
                <a:spcPts val="0"/>
              </a:spcAft>
              <a:buClr>
                <a:schemeClr val="accent2"/>
              </a:buClr>
              <a:buNone/>
              <a:defRPr sz="2400">
                <a:solidFill>
                  <a:schemeClr val="tx2">
                    <a:lumMod val="25000"/>
                  </a:schemeClr>
                </a:solidFill>
              </a:defRPr>
            </a:lvl1pPr>
            <a:lvl2pPr marL="228600">
              <a:spcBef>
                <a:spcPts val="1000"/>
              </a:spcBef>
              <a:buClr>
                <a:schemeClr val="accent2"/>
              </a:buClr>
              <a:defRPr sz="2400">
                <a:solidFill>
                  <a:schemeClr val="tx2">
                    <a:lumMod val="25000"/>
                  </a:schemeClr>
                </a:solidFill>
              </a:defRPr>
            </a:lvl2pPr>
            <a:lvl3pPr marL="685800">
              <a:buClr>
                <a:schemeClr val="accent2"/>
              </a:buClr>
              <a:defRPr sz="1800">
                <a:solidFill>
                  <a:schemeClr val="tx2">
                    <a:lumMod val="25000"/>
                  </a:schemeClr>
                </a:solidFill>
              </a:defRPr>
            </a:lvl3pPr>
            <a:lvl4pPr marL="1143000">
              <a:buClr>
                <a:schemeClr val="accent2"/>
              </a:buClr>
              <a:defRPr sz="1600">
                <a:solidFill>
                  <a:schemeClr val="tx2">
                    <a:lumMod val="25000"/>
                  </a:schemeClr>
                </a:solidFill>
              </a:defRPr>
            </a:lvl4pPr>
            <a:lvl5pPr marL="1600200">
              <a:buClr>
                <a:schemeClr val="accent2"/>
              </a:buClr>
              <a:defRPr sz="1400">
                <a:solidFill>
                  <a:schemeClr val="tx2">
                    <a:lumMod val="25000"/>
                  </a:schemeClr>
                </a:solidFill>
              </a:defRPr>
            </a:lvl5pPr>
          </a:lstStyle>
          <a:p>
            <a:pPr lvl="0" rtl="0"/>
            <a:r>
              <a:rPr lang="ru-RU"/>
              <a:t>Образец текста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  <a:endParaRPr lang="ru"/>
          </a:p>
        </p:txBody>
      </p:sp>
      <p:sp>
        <p:nvSpPr>
          <p:cNvPr id="3" name="Местозаполнитель нижнего колонтитула 2">
            <a:extLst>
              <a:ext uri="{FF2B5EF4-FFF2-40B4-BE49-F238E27FC236}">
                <a16:creationId xmlns:a16="http://schemas.microsoft.com/office/drawing/2014/main" id="{03FE570D-F390-097A-83FE-FB9C9CD92EA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932688" y="6356350"/>
            <a:ext cx="4114800" cy="365125"/>
          </a:xfrm>
        </p:spPr>
        <p:txBody>
          <a:bodyPr rtlCol="0"/>
          <a:lstStyle/>
          <a:p>
            <a:pPr rtl="0"/>
            <a:r>
              <a:rPr lang="ru"/>
              <a:t>Заголовок презентации</a:t>
            </a:r>
          </a:p>
        </p:txBody>
      </p:sp>
      <p:sp>
        <p:nvSpPr>
          <p:cNvPr id="4" name="Местозаполнитель номера слайда 3">
            <a:extLst>
              <a:ext uri="{FF2B5EF4-FFF2-40B4-BE49-F238E27FC236}">
                <a16:creationId xmlns:a16="http://schemas.microsoft.com/office/drawing/2014/main" id="{3D119F3A-839F-70D5-1136-F47387FBF61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635996" y="6356350"/>
            <a:ext cx="784860" cy="365125"/>
          </a:xfrm>
        </p:spPr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2" name="Графический объект 11">
            <a:extLst>
              <a:ext uri="{FF2B5EF4-FFF2-40B4-BE49-F238E27FC236}">
                <a16:creationId xmlns:a16="http://schemas.microsoft.com/office/drawing/2014/main" id="{45719EF3-43BC-5F74-7396-273F72ED3CB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b="32292"/>
          <a:stretch/>
        </p:blipFill>
        <p:spPr>
          <a:xfrm>
            <a:off x="8001534" y="4944272"/>
            <a:ext cx="3848748" cy="1913728"/>
          </a:xfrm>
          <a:prstGeom prst="rect">
            <a:avLst/>
          </a:prstGeom>
        </p:spPr>
      </p:pic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137D205C-32E5-5A54-8D89-CB56198B06E5}"/>
              </a:ext>
            </a:extLst>
          </p:cNvPr>
          <p:cNvSpPr/>
          <p:nvPr userDrawn="1"/>
        </p:nvSpPr>
        <p:spPr>
          <a:xfrm rot="5400000">
            <a:off x="3949200" y="3406143"/>
            <a:ext cx="6857999" cy="45719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71824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и содержимое с изображение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Графический объект 11">
            <a:extLst>
              <a:ext uri="{FF2B5EF4-FFF2-40B4-BE49-F238E27FC236}">
                <a16:creationId xmlns:a16="http://schemas.microsoft.com/office/drawing/2014/main" id="{516D97AE-EB24-C3DA-21A1-E8EE4631ACE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2118" r="47395" b="22709"/>
          <a:stretch/>
        </p:blipFill>
        <p:spPr>
          <a:xfrm flipH="1">
            <a:off x="4448831" y="805912"/>
            <a:ext cx="1464735" cy="4961437"/>
          </a:xfrm>
          <a:prstGeom prst="rect">
            <a:avLst/>
          </a:prstGeom>
        </p:spPr>
      </p:pic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5CBF43B9-3946-05E6-521F-EE4BB59B49D0}"/>
              </a:ext>
            </a:extLst>
          </p:cNvPr>
          <p:cNvSpPr/>
          <p:nvPr userDrawn="1"/>
        </p:nvSpPr>
        <p:spPr>
          <a:xfrm>
            <a:off x="4434840" y="0"/>
            <a:ext cx="45719" cy="6858000"/>
          </a:xfrm>
          <a:prstGeom prst="rect">
            <a:avLst/>
          </a:prstGeom>
          <a:solidFill>
            <a:schemeClr val="tx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dirty="0"/>
          </a:p>
        </p:txBody>
      </p:sp>
      <p:sp>
        <p:nvSpPr>
          <p:cNvPr id="11" name="Заголовок 1">
            <a:extLst>
              <a:ext uri="{FF2B5EF4-FFF2-40B4-BE49-F238E27FC236}">
                <a16:creationId xmlns:a16="http://schemas.microsoft.com/office/drawing/2014/main" id="{E14DEF57-E0D6-D7CA-5D3C-FC97EAB062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93792" y="557784"/>
            <a:ext cx="6419088" cy="1929384"/>
          </a:xfrm>
        </p:spPr>
        <p:txBody>
          <a:bodyPr rtlCol="0" anchor="b">
            <a:normAutofit/>
          </a:bodyPr>
          <a:lstStyle>
            <a:lvl1pPr algn="ctr">
              <a:defRPr sz="4400"/>
            </a:lvl1pPr>
          </a:lstStyle>
          <a:p>
            <a:pPr rtl="0"/>
            <a:r>
              <a:rPr lang="ru-RU"/>
              <a:t>Образец заголовка</a:t>
            </a:r>
            <a:endParaRPr lang="ru"/>
          </a:p>
        </p:txBody>
      </p:sp>
      <p:sp>
        <p:nvSpPr>
          <p:cNvPr id="8" name="Замещающая рамка рисунка 6">
            <a:extLst>
              <a:ext uri="{FF2B5EF4-FFF2-40B4-BE49-F238E27FC236}">
                <a16:creationId xmlns:a16="http://schemas.microsoft.com/office/drawing/2014/main" id="{930B4666-31C5-1F2B-27D9-2A9F6EC970D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4434464" cy="6858000"/>
          </a:xfrm>
        </p:spPr>
        <p:txBody>
          <a:bodyPr rtlCol="0"/>
          <a:lstStyle>
            <a:lvl1pPr marL="0" indent="0">
              <a:buNone/>
              <a:defRPr/>
            </a:lvl1pPr>
          </a:lstStyle>
          <a:p>
            <a:pPr rtl="0"/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9" name="Объект 8">
            <a:extLst>
              <a:ext uri="{FF2B5EF4-FFF2-40B4-BE49-F238E27FC236}">
                <a16:creationId xmlns:a16="http://schemas.microsoft.com/office/drawing/2014/main" id="{1DBC944E-6F68-C409-3596-8B6F50E09B9B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193792" y="3328416"/>
            <a:ext cx="6419088" cy="2441448"/>
          </a:xfrm>
        </p:spPr>
        <p:txBody>
          <a:bodyPr rtlCol="0"/>
          <a:lstStyle>
            <a:lvl1pPr marL="0" indent="0" algn="ctr">
              <a:lnSpc>
                <a:spcPct val="90000"/>
              </a:lnSpc>
              <a:spcAft>
                <a:spcPts val="1200"/>
              </a:spcAft>
              <a:buClr>
                <a:schemeClr val="accent2"/>
              </a:buClr>
              <a:buNone/>
              <a:defRPr sz="2400">
                <a:solidFill>
                  <a:schemeClr val="tx2">
                    <a:lumMod val="25000"/>
                  </a:schemeClr>
                </a:solidFill>
              </a:defRPr>
            </a:lvl1pPr>
            <a:lvl2pPr algn="ctr">
              <a:buClr>
                <a:schemeClr val="accent2"/>
              </a:buClr>
              <a:defRPr sz="2000">
                <a:solidFill>
                  <a:schemeClr val="tx2">
                    <a:lumMod val="25000"/>
                  </a:schemeClr>
                </a:solidFill>
              </a:defRPr>
            </a:lvl2pPr>
            <a:lvl3pPr algn="ctr">
              <a:buClr>
                <a:schemeClr val="accent2"/>
              </a:buClr>
              <a:defRPr sz="1800">
                <a:solidFill>
                  <a:schemeClr val="tx2">
                    <a:lumMod val="25000"/>
                  </a:schemeClr>
                </a:solidFill>
              </a:defRPr>
            </a:lvl3pPr>
            <a:lvl4pPr algn="ctr">
              <a:buClr>
                <a:schemeClr val="accent2"/>
              </a:buClr>
              <a:defRPr sz="1600">
                <a:solidFill>
                  <a:schemeClr val="tx2">
                    <a:lumMod val="25000"/>
                  </a:schemeClr>
                </a:solidFill>
              </a:defRPr>
            </a:lvl4pPr>
            <a:lvl5pPr algn="ctr">
              <a:buClr>
                <a:schemeClr val="accent2"/>
              </a:buClr>
              <a:defRPr sz="1400">
                <a:solidFill>
                  <a:schemeClr val="tx2">
                    <a:lumMod val="25000"/>
                  </a:schemeClr>
                </a:solidFill>
              </a:defRPr>
            </a:lvl5pPr>
          </a:lstStyle>
          <a:p>
            <a:pPr lvl="0" rtl="0"/>
            <a:r>
              <a:rPr lang="ru-RU"/>
              <a:t>Образец текста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  <a:endParaRPr lang="ru"/>
          </a:p>
        </p:txBody>
      </p:sp>
      <p:sp>
        <p:nvSpPr>
          <p:cNvPr id="3" name="Местозаполнитель нижнего колонтитула 2">
            <a:extLst>
              <a:ext uri="{FF2B5EF4-FFF2-40B4-BE49-F238E27FC236}">
                <a16:creationId xmlns:a16="http://schemas.microsoft.com/office/drawing/2014/main" id="{03FE570D-F390-097A-83FE-FB9C9CD92EA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5193792" y="6356350"/>
            <a:ext cx="4114800" cy="365125"/>
          </a:xfrm>
        </p:spPr>
        <p:txBody>
          <a:bodyPr rtlCol="0"/>
          <a:lstStyle/>
          <a:p>
            <a:pPr rtl="0"/>
            <a:r>
              <a:rPr lang="ru"/>
              <a:t>Заголовок презентации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3D119F3A-839F-70D5-1136-F47387FBF61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635996" y="6356350"/>
            <a:ext cx="784860" cy="365125"/>
          </a:xfrm>
        </p:spPr>
        <p:txBody>
          <a:bodyPr rtlCol="0"/>
          <a:lstStyle/>
          <a:p>
            <a:pPr rtl="0"/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3" name="Прямая соединительная линия 12">
            <a:extLst>
              <a:ext uri="{FF2B5EF4-FFF2-40B4-BE49-F238E27FC236}">
                <a16:creationId xmlns:a16="http://schemas.microsoft.com/office/drawing/2014/main" id="{689EEBF9-800C-88AE-FE83-60B5F47AFC14}"/>
              </a:ext>
            </a:extLst>
          </p:cNvPr>
          <p:cNvCxnSpPr>
            <a:cxnSpLocks/>
          </p:cNvCxnSpPr>
          <p:nvPr userDrawn="1"/>
        </p:nvCxnSpPr>
        <p:spPr>
          <a:xfrm>
            <a:off x="6174481" y="2843389"/>
            <a:ext cx="4376421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Изображение 13" descr="Изображение, содержащее текст&#10;&#10;Описание сгенерировано автоматически">
            <a:extLst>
              <a:ext uri="{FF2B5EF4-FFF2-40B4-BE49-F238E27FC236}">
                <a16:creationId xmlns:a16="http://schemas.microsoft.com/office/drawing/2014/main" id="{301D77B6-9ED1-094C-66A3-7D5AB0CDEA47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aturation sat="3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914042" y="2702904"/>
            <a:ext cx="972078" cy="285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26491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ва элемента содержимого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A6865A83-7754-90AF-ABA5-0759C2C74767}"/>
              </a:ext>
            </a:extLst>
          </p:cNvPr>
          <p:cNvSpPr/>
          <p:nvPr userDrawn="1"/>
        </p:nvSpPr>
        <p:spPr>
          <a:xfrm>
            <a:off x="-1" y="0"/>
            <a:ext cx="12188952" cy="204825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610998D-17F5-CC68-2E37-9789F050B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2688" y="228600"/>
            <a:ext cx="9528048" cy="1600200"/>
          </a:xfrm>
        </p:spPr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ru-RU"/>
              <a:t>Образец заголовка</a:t>
            </a:r>
            <a:endParaRPr lang="ru"/>
          </a:p>
        </p:txBody>
      </p:sp>
      <p:sp>
        <p:nvSpPr>
          <p:cNvPr id="9" name="Местозаполнитель содержимого 8">
            <a:extLst>
              <a:ext uri="{FF2B5EF4-FFF2-40B4-BE49-F238E27FC236}">
                <a16:creationId xmlns:a16="http://schemas.microsoft.com/office/drawing/2014/main" id="{1DBC944E-6F68-C409-3596-8B6F50E09B9B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932688" y="2770632"/>
            <a:ext cx="2487168" cy="3502152"/>
          </a:xfrm>
        </p:spPr>
        <p:txBody>
          <a:bodyPr lIns="91440" rIns="91440" rtlCol="0"/>
          <a:lstStyle>
            <a:lvl1pPr marL="0" indent="0">
              <a:spcAft>
                <a:spcPts val="1200"/>
              </a:spcAft>
              <a:buClr>
                <a:schemeClr val="accent2"/>
              </a:buClr>
              <a:buNone/>
              <a:defRPr sz="2400">
                <a:solidFill>
                  <a:schemeClr val="tx2">
                    <a:lumMod val="25000"/>
                  </a:schemeClr>
                </a:solidFill>
              </a:defRPr>
            </a:lvl1pPr>
            <a:lvl2pPr marL="228600">
              <a:spcBef>
                <a:spcPts val="1000"/>
              </a:spcBef>
              <a:buClr>
                <a:schemeClr val="accent2"/>
              </a:buClr>
              <a:defRPr sz="2400">
                <a:solidFill>
                  <a:schemeClr val="tx2">
                    <a:lumMod val="25000"/>
                  </a:schemeClr>
                </a:solidFill>
              </a:defRPr>
            </a:lvl2pPr>
            <a:lvl3pPr marL="685800">
              <a:buClr>
                <a:schemeClr val="accent2"/>
              </a:buClr>
              <a:defRPr sz="2000">
                <a:solidFill>
                  <a:schemeClr val="tx2">
                    <a:lumMod val="25000"/>
                  </a:schemeClr>
                </a:solidFill>
              </a:defRPr>
            </a:lvl3pPr>
            <a:lvl4pPr marL="1143000">
              <a:buClr>
                <a:schemeClr val="accent2"/>
              </a:buClr>
              <a:defRPr sz="1800">
                <a:solidFill>
                  <a:schemeClr val="tx2">
                    <a:lumMod val="25000"/>
                  </a:schemeClr>
                </a:solidFill>
              </a:defRPr>
            </a:lvl4pPr>
            <a:lvl5pPr marL="1600200">
              <a:buClr>
                <a:schemeClr val="accent2"/>
              </a:buClr>
              <a:defRPr sz="1600">
                <a:solidFill>
                  <a:schemeClr val="tx2">
                    <a:lumMod val="25000"/>
                  </a:schemeClr>
                </a:solidFill>
              </a:defRPr>
            </a:lvl5pPr>
          </a:lstStyle>
          <a:p>
            <a:pPr lvl="0" rtl="0"/>
            <a:r>
              <a:rPr lang="ru-RU"/>
              <a:t>Образец текста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  <a:endParaRPr lang="ru"/>
          </a:p>
        </p:txBody>
      </p:sp>
      <p:sp>
        <p:nvSpPr>
          <p:cNvPr id="11" name="Объект 8">
            <a:extLst>
              <a:ext uri="{FF2B5EF4-FFF2-40B4-BE49-F238E27FC236}">
                <a16:creationId xmlns:a16="http://schemas.microsoft.com/office/drawing/2014/main" id="{450D1A9C-4404-2909-F0C4-B7571474C94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785616" y="2770632"/>
            <a:ext cx="7571232" cy="3392424"/>
          </a:xfrm>
        </p:spPr>
        <p:txBody>
          <a:bodyPr rtlCol="0"/>
          <a:lstStyle>
            <a:lvl1pPr marL="0" indent="0">
              <a:spcAft>
                <a:spcPts val="0"/>
              </a:spcAft>
              <a:buClr>
                <a:schemeClr val="accent2"/>
              </a:buClr>
              <a:buNone/>
              <a:defRPr sz="2400">
                <a:solidFill>
                  <a:schemeClr val="tx2">
                    <a:lumMod val="25000"/>
                  </a:schemeClr>
                </a:solidFill>
              </a:defRPr>
            </a:lvl1pPr>
            <a:lvl2pPr marL="228600">
              <a:spcBef>
                <a:spcPts val="1000"/>
              </a:spcBef>
              <a:buClr>
                <a:schemeClr val="accent2"/>
              </a:buClr>
              <a:defRPr sz="2400">
                <a:solidFill>
                  <a:schemeClr val="tx2">
                    <a:lumMod val="25000"/>
                  </a:schemeClr>
                </a:solidFill>
              </a:defRPr>
            </a:lvl2pPr>
            <a:lvl3pPr marL="685800">
              <a:buClr>
                <a:schemeClr val="accent2"/>
              </a:buClr>
              <a:defRPr sz="2000">
                <a:solidFill>
                  <a:schemeClr val="tx2">
                    <a:lumMod val="25000"/>
                  </a:schemeClr>
                </a:solidFill>
              </a:defRPr>
            </a:lvl3pPr>
            <a:lvl4pPr marL="1143000">
              <a:buClr>
                <a:schemeClr val="accent2"/>
              </a:buClr>
              <a:defRPr sz="1800">
                <a:solidFill>
                  <a:schemeClr val="tx2">
                    <a:lumMod val="25000"/>
                  </a:schemeClr>
                </a:solidFill>
              </a:defRPr>
            </a:lvl4pPr>
            <a:lvl5pPr marL="1600200">
              <a:buClr>
                <a:schemeClr val="accent2"/>
              </a:buClr>
              <a:defRPr sz="1600">
                <a:solidFill>
                  <a:schemeClr val="tx2">
                    <a:lumMod val="25000"/>
                  </a:schemeClr>
                </a:solidFill>
              </a:defRPr>
            </a:lvl5pPr>
          </a:lstStyle>
          <a:p>
            <a:pPr lvl="0" rtl="0"/>
            <a:r>
              <a:rPr lang="ru-RU"/>
              <a:t>Образец текста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  <a:endParaRPr lang="ru"/>
          </a:p>
        </p:txBody>
      </p:sp>
      <p:sp>
        <p:nvSpPr>
          <p:cNvPr id="3" name="Местозаполнитель нижнего колонтитула 2">
            <a:extLst>
              <a:ext uri="{FF2B5EF4-FFF2-40B4-BE49-F238E27FC236}">
                <a16:creationId xmlns:a16="http://schemas.microsoft.com/office/drawing/2014/main" id="{03FE570D-F390-097A-83FE-FB9C9CD92EA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932688" y="6356350"/>
            <a:ext cx="4114800" cy="365125"/>
          </a:xfrm>
        </p:spPr>
        <p:txBody>
          <a:bodyPr rtlCol="0"/>
          <a:lstStyle/>
          <a:p>
            <a:pPr rtl="0"/>
            <a:r>
              <a:rPr lang="ru"/>
              <a:t>Заголовок презентации</a:t>
            </a:r>
          </a:p>
        </p:txBody>
      </p:sp>
      <p:sp>
        <p:nvSpPr>
          <p:cNvPr id="4" name="Местозаполнитель номера слайда 3">
            <a:extLst>
              <a:ext uri="{FF2B5EF4-FFF2-40B4-BE49-F238E27FC236}">
                <a16:creationId xmlns:a16="http://schemas.microsoft.com/office/drawing/2014/main" id="{3D119F3A-839F-70D5-1136-F47387FBF61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635996" y="6356350"/>
            <a:ext cx="784860" cy="365125"/>
          </a:xfrm>
        </p:spPr>
        <p:txBody>
          <a:bodyPr rtlCol="0"/>
          <a:lstStyle/>
          <a:p>
            <a:pPr rtl="0"/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8" name="Графический объект 7">
            <a:extLst>
              <a:ext uri="{FF2B5EF4-FFF2-40B4-BE49-F238E27FC236}">
                <a16:creationId xmlns:a16="http://schemas.microsoft.com/office/drawing/2014/main" id="{D1885D14-9B48-E0B1-43FF-B19F5005FDA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b="32292"/>
          <a:stretch/>
        </p:blipFill>
        <p:spPr>
          <a:xfrm>
            <a:off x="8472405" y="132047"/>
            <a:ext cx="3848748" cy="1913728"/>
          </a:xfrm>
          <a:prstGeom prst="rect">
            <a:avLst/>
          </a:prstGeom>
        </p:spPr>
      </p:pic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CD7ECFC8-50F2-4F2A-960A-F4F79E198620}"/>
              </a:ext>
            </a:extLst>
          </p:cNvPr>
          <p:cNvSpPr/>
          <p:nvPr userDrawn="1"/>
        </p:nvSpPr>
        <p:spPr>
          <a:xfrm>
            <a:off x="0" y="2022420"/>
            <a:ext cx="12192000" cy="45719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39906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ва элемента содержимого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A6865A83-7754-90AF-ABA5-0759C2C74767}"/>
              </a:ext>
            </a:extLst>
          </p:cNvPr>
          <p:cNvSpPr/>
          <p:nvPr userDrawn="1"/>
        </p:nvSpPr>
        <p:spPr>
          <a:xfrm>
            <a:off x="-1" y="0"/>
            <a:ext cx="12188952" cy="204825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610998D-17F5-CC68-2E37-9789F050B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2688" y="228600"/>
            <a:ext cx="9528048" cy="1600200"/>
          </a:xfrm>
        </p:spPr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ru-RU"/>
              <a:t>Образец заголовка</a:t>
            </a:r>
            <a:endParaRPr lang="ru"/>
          </a:p>
        </p:txBody>
      </p:sp>
      <p:sp>
        <p:nvSpPr>
          <p:cNvPr id="9" name="Местозаполнитель содержимого 8">
            <a:extLst>
              <a:ext uri="{FF2B5EF4-FFF2-40B4-BE49-F238E27FC236}">
                <a16:creationId xmlns:a16="http://schemas.microsoft.com/office/drawing/2014/main" id="{1DBC944E-6F68-C409-3596-8B6F50E09B9B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932688" y="2432304"/>
            <a:ext cx="6163056" cy="3739896"/>
          </a:xfrm>
        </p:spPr>
        <p:txBody>
          <a:bodyPr lIns="91440" rIns="91440" rtlCol="0"/>
          <a:lstStyle>
            <a:lvl1pPr marL="228600" indent="-228600">
              <a:spcAft>
                <a:spcPts val="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2400">
                <a:solidFill>
                  <a:schemeClr val="tx2">
                    <a:lumMod val="25000"/>
                  </a:schemeClr>
                </a:solidFill>
              </a:defRPr>
            </a:lvl1pPr>
            <a:lvl2pPr marL="685800">
              <a:spcBef>
                <a:spcPts val="500"/>
              </a:spcBef>
              <a:buClr>
                <a:schemeClr val="accent2"/>
              </a:buClr>
              <a:defRPr sz="2400">
                <a:solidFill>
                  <a:schemeClr val="tx2">
                    <a:lumMod val="25000"/>
                  </a:schemeClr>
                </a:solidFill>
              </a:defRPr>
            </a:lvl2pPr>
            <a:lvl3pPr marL="1143000">
              <a:buClr>
                <a:schemeClr val="accent2"/>
              </a:buClr>
              <a:defRPr sz="2000">
                <a:solidFill>
                  <a:schemeClr val="tx2">
                    <a:lumMod val="25000"/>
                  </a:schemeClr>
                </a:solidFill>
              </a:defRPr>
            </a:lvl3pPr>
            <a:lvl4pPr marL="1600200">
              <a:buClr>
                <a:schemeClr val="accent2"/>
              </a:buClr>
              <a:defRPr sz="1800">
                <a:solidFill>
                  <a:schemeClr val="tx2">
                    <a:lumMod val="25000"/>
                  </a:schemeClr>
                </a:solidFill>
              </a:defRPr>
            </a:lvl4pPr>
            <a:lvl5pPr marL="2057400">
              <a:buClr>
                <a:schemeClr val="accent2"/>
              </a:buClr>
              <a:defRPr sz="1600">
                <a:solidFill>
                  <a:schemeClr val="tx2">
                    <a:lumMod val="25000"/>
                  </a:schemeClr>
                </a:solidFill>
              </a:defRPr>
            </a:lvl5pPr>
          </a:lstStyle>
          <a:p>
            <a:pPr lvl="0" rtl="0"/>
            <a:r>
              <a:rPr lang="ru-RU"/>
              <a:t>Образец текста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  <a:endParaRPr lang="ru"/>
          </a:p>
        </p:txBody>
      </p:sp>
      <p:sp>
        <p:nvSpPr>
          <p:cNvPr id="11" name="Объект 8">
            <a:extLst>
              <a:ext uri="{FF2B5EF4-FFF2-40B4-BE49-F238E27FC236}">
                <a16:creationId xmlns:a16="http://schemas.microsoft.com/office/drawing/2014/main" id="{450D1A9C-4404-2909-F0C4-B7571474C94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424928" y="2441448"/>
            <a:ext cx="4169664" cy="3703320"/>
          </a:xfrm>
        </p:spPr>
        <p:txBody>
          <a:bodyPr rtlCol="0"/>
          <a:lstStyle>
            <a:lvl1pPr marL="0" indent="0">
              <a:spcAft>
                <a:spcPts val="0"/>
              </a:spcAft>
              <a:buClr>
                <a:schemeClr val="accent2"/>
              </a:buClr>
              <a:buNone/>
              <a:defRPr sz="2400">
                <a:solidFill>
                  <a:schemeClr val="tx2">
                    <a:lumMod val="25000"/>
                  </a:schemeClr>
                </a:solidFill>
              </a:defRPr>
            </a:lvl1pPr>
            <a:lvl2pPr marL="228600">
              <a:spcBef>
                <a:spcPts val="1000"/>
              </a:spcBef>
              <a:buClr>
                <a:schemeClr val="accent2"/>
              </a:buClr>
              <a:defRPr sz="2400">
                <a:solidFill>
                  <a:schemeClr val="tx2">
                    <a:lumMod val="25000"/>
                  </a:schemeClr>
                </a:solidFill>
              </a:defRPr>
            </a:lvl2pPr>
            <a:lvl3pPr marL="685800">
              <a:buClr>
                <a:schemeClr val="accent2"/>
              </a:buClr>
              <a:defRPr sz="2000">
                <a:solidFill>
                  <a:schemeClr val="tx2">
                    <a:lumMod val="25000"/>
                  </a:schemeClr>
                </a:solidFill>
              </a:defRPr>
            </a:lvl3pPr>
            <a:lvl4pPr marL="1143000">
              <a:buClr>
                <a:schemeClr val="accent2"/>
              </a:buClr>
              <a:defRPr sz="1800">
                <a:solidFill>
                  <a:schemeClr val="tx2">
                    <a:lumMod val="25000"/>
                  </a:schemeClr>
                </a:solidFill>
              </a:defRPr>
            </a:lvl4pPr>
            <a:lvl5pPr marL="1600200">
              <a:buClr>
                <a:schemeClr val="accent2"/>
              </a:buClr>
              <a:defRPr sz="1600">
                <a:solidFill>
                  <a:schemeClr val="tx2">
                    <a:lumMod val="25000"/>
                  </a:schemeClr>
                </a:solidFill>
              </a:defRPr>
            </a:lvl5pPr>
          </a:lstStyle>
          <a:p>
            <a:pPr lvl="0" rtl="0"/>
            <a:r>
              <a:rPr lang="ru-RU"/>
              <a:t>Образец текста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  <a:endParaRPr lang="ru"/>
          </a:p>
        </p:txBody>
      </p:sp>
      <p:sp>
        <p:nvSpPr>
          <p:cNvPr id="3" name="Местозаполнитель нижнего колонтитула 2">
            <a:extLst>
              <a:ext uri="{FF2B5EF4-FFF2-40B4-BE49-F238E27FC236}">
                <a16:creationId xmlns:a16="http://schemas.microsoft.com/office/drawing/2014/main" id="{03FE570D-F390-097A-83FE-FB9C9CD92EA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932688" y="6356350"/>
            <a:ext cx="4114800" cy="365125"/>
          </a:xfrm>
        </p:spPr>
        <p:txBody>
          <a:bodyPr rtlCol="0"/>
          <a:lstStyle/>
          <a:p>
            <a:pPr rtl="0"/>
            <a:r>
              <a:rPr lang="ru"/>
              <a:t>Заголовок презентации</a:t>
            </a:r>
          </a:p>
        </p:txBody>
      </p:sp>
      <p:sp>
        <p:nvSpPr>
          <p:cNvPr id="4" name="Местозаполнитель номера слайда 3">
            <a:extLst>
              <a:ext uri="{FF2B5EF4-FFF2-40B4-BE49-F238E27FC236}">
                <a16:creationId xmlns:a16="http://schemas.microsoft.com/office/drawing/2014/main" id="{3D119F3A-839F-70D5-1136-F47387FBF61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635996" y="6356350"/>
            <a:ext cx="784860" cy="365125"/>
          </a:xfrm>
        </p:spPr>
        <p:txBody>
          <a:bodyPr rtlCol="0"/>
          <a:lstStyle/>
          <a:p>
            <a:pPr rtl="0"/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8" name="Графический объект 7">
            <a:extLst>
              <a:ext uri="{FF2B5EF4-FFF2-40B4-BE49-F238E27FC236}">
                <a16:creationId xmlns:a16="http://schemas.microsoft.com/office/drawing/2014/main" id="{D1885D14-9B48-E0B1-43FF-B19F5005FDA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b="32292"/>
          <a:stretch/>
        </p:blipFill>
        <p:spPr>
          <a:xfrm>
            <a:off x="8472405" y="132047"/>
            <a:ext cx="3848748" cy="1913728"/>
          </a:xfrm>
          <a:prstGeom prst="rect">
            <a:avLst/>
          </a:prstGeom>
        </p:spPr>
      </p:pic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CD7ECFC8-50F2-4F2A-960A-F4F79E198620}"/>
              </a:ext>
            </a:extLst>
          </p:cNvPr>
          <p:cNvSpPr/>
          <p:nvPr userDrawn="1"/>
        </p:nvSpPr>
        <p:spPr>
          <a:xfrm>
            <a:off x="0" y="2022420"/>
            <a:ext cx="12192000" cy="45719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dirty="0"/>
          </a:p>
        </p:txBody>
      </p:sp>
      <p:pic>
        <p:nvPicPr>
          <p:cNvPr id="5" name="Графический объект 4">
            <a:extLst>
              <a:ext uri="{FF2B5EF4-FFF2-40B4-BE49-F238E27FC236}">
                <a16:creationId xmlns:a16="http://schemas.microsoft.com/office/drawing/2014/main" id="{1EB1C5A3-22FF-382D-3801-B6D9C4AC53E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b="52051"/>
          <a:stretch/>
        </p:blipFill>
        <p:spPr>
          <a:xfrm>
            <a:off x="4629335" y="1815780"/>
            <a:ext cx="5586493" cy="5042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976766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и содержимое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A6865A83-7754-90AF-ABA5-0759C2C74767}"/>
              </a:ext>
            </a:extLst>
          </p:cNvPr>
          <p:cNvSpPr/>
          <p:nvPr userDrawn="1"/>
        </p:nvSpPr>
        <p:spPr>
          <a:xfrm>
            <a:off x="-1" y="0"/>
            <a:ext cx="12188952" cy="204825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610998D-17F5-CC68-2E37-9789F050B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2688" y="228600"/>
            <a:ext cx="9528048" cy="1600200"/>
          </a:xfrm>
        </p:spPr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ru-RU"/>
              <a:t>Образец заголовка</a:t>
            </a:r>
            <a:endParaRPr lang="ru"/>
          </a:p>
        </p:txBody>
      </p:sp>
      <p:sp>
        <p:nvSpPr>
          <p:cNvPr id="11" name="Местозаполнитель содержимого 8">
            <a:extLst>
              <a:ext uri="{FF2B5EF4-FFF2-40B4-BE49-F238E27FC236}">
                <a16:creationId xmlns:a16="http://schemas.microsoft.com/office/drawing/2014/main" id="{450D1A9C-4404-2909-F0C4-B7571474C94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41248" y="2770632"/>
            <a:ext cx="10515600" cy="3392424"/>
          </a:xfrm>
        </p:spPr>
        <p:txBody>
          <a:bodyPr rtlCol="0"/>
          <a:lstStyle>
            <a:lvl1pPr marL="0" indent="0">
              <a:spcAft>
                <a:spcPts val="0"/>
              </a:spcAft>
              <a:buClr>
                <a:schemeClr val="accent2"/>
              </a:buClr>
              <a:buNone/>
              <a:defRPr sz="2400">
                <a:solidFill>
                  <a:schemeClr val="tx2">
                    <a:lumMod val="25000"/>
                  </a:schemeClr>
                </a:solidFill>
              </a:defRPr>
            </a:lvl1pPr>
            <a:lvl2pPr marL="228600">
              <a:spcBef>
                <a:spcPts val="1000"/>
              </a:spcBef>
              <a:buClr>
                <a:schemeClr val="accent2"/>
              </a:buClr>
              <a:defRPr sz="2400">
                <a:solidFill>
                  <a:schemeClr val="tx2">
                    <a:lumMod val="25000"/>
                  </a:schemeClr>
                </a:solidFill>
              </a:defRPr>
            </a:lvl2pPr>
            <a:lvl3pPr marL="685800">
              <a:buClr>
                <a:schemeClr val="accent2"/>
              </a:buClr>
              <a:defRPr sz="2000">
                <a:solidFill>
                  <a:schemeClr val="tx2">
                    <a:lumMod val="25000"/>
                  </a:schemeClr>
                </a:solidFill>
              </a:defRPr>
            </a:lvl3pPr>
            <a:lvl4pPr marL="1143000">
              <a:buClr>
                <a:schemeClr val="accent2"/>
              </a:buClr>
              <a:defRPr sz="1800">
                <a:solidFill>
                  <a:schemeClr val="tx2">
                    <a:lumMod val="25000"/>
                  </a:schemeClr>
                </a:solidFill>
              </a:defRPr>
            </a:lvl4pPr>
            <a:lvl5pPr marL="1600200">
              <a:buClr>
                <a:schemeClr val="accent2"/>
              </a:buClr>
              <a:defRPr sz="1600">
                <a:solidFill>
                  <a:schemeClr val="tx2">
                    <a:lumMod val="25000"/>
                  </a:schemeClr>
                </a:solidFill>
              </a:defRPr>
            </a:lvl5pPr>
          </a:lstStyle>
          <a:p>
            <a:pPr lvl="0" rtl="0"/>
            <a:r>
              <a:rPr lang="ru-RU"/>
              <a:t>Образец текста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  <a:endParaRPr lang="ru"/>
          </a:p>
        </p:txBody>
      </p:sp>
      <p:sp>
        <p:nvSpPr>
          <p:cNvPr id="3" name="Местозаполнитель нижнего колонтитула 2">
            <a:extLst>
              <a:ext uri="{FF2B5EF4-FFF2-40B4-BE49-F238E27FC236}">
                <a16:creationId xmlns:a16="http://schemas.microsoft.com/office/drawing/2014/main" id="{03FE570D-F390-097A-83FE-FB9C9CD92EA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932688" y="6356350"/>
            <a:ext cx="4114800" cy="365125"/>
          </a:xfrm>
        </p:spPr>
        <p:txBody>
          <a:bodyPr rtlCol="0"/>
          <a:lstStyle/>
          <a:p>
            <a:pPr rtl="0"/>
            <a:r>
              <a:rPr lang="ru"/>
              <a:t>Заголовок презентации</a:t>
            </a:r>
          </a:p>
        </p:txBody>
      </p:sp>
      <p:sp>
        <p:nvSpPr>
          <p:cNvPr id="4" name="Местозаполнитель номера слайда 3">
            <a:extLst>
              <a:ext uri="{FF2B5EF4-FFF2-40B4-BE49-F238E27FC236}">
                <a16:creationId xmlns:a16="http://schemas.microsoft.com/office/drawing/2014/main" id="{3D119F3A-839F-70D5-1136-F47387FBF61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635996" y="6356350"/>
            <a:ext cx="784860" cy="365125"/>
          </a:xfrm>
        </p:spPr>
        <p:txBody>
          <a:bodyPr rtlCol="0"/>
          <a:lstStyle/>
          <a:p>
            <a:pPr rtl="0"/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8" name="Графический объект 7">
            <a:extLst>
              <a:ext uri="{FF2B5EF4-FFF2-40B4-BE49-F238E27FC236}">
                <a16:creationId xmlns:a16="http://schemas.microsoft.com/office/drawing/2014/main" id="{D1885D14-9B48-E0B1-43FF-B19F5005FDA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b="32292"/>
          <a:stretch/>
        </p:blipFill>
        <p:spPr>
          <a:xfrm>
            <a:off x="8472405" y="132047"/>
            <a:ext cx="3848748" cy="1913728"/>
          </a:xfrm>
          <a:prstGeom prst="rect">
            <a:avLst/>
          </a:prstGeom>
        </p:spPr>
      </p:pic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CD7ECFC8-50F2-4F2A-960A-F4F79E198620}"/>
              </a:ext>
            </a:extLst>
          </p:cNvPr>
          <p:cNvSpPr/>
          <p:nvPr userDrawn="1"/>
        </p:nvSpPr>
        <p:spPr>
          <a:xfrm>
            <a:off x="0" y="2022420"/>
            <a:ext cx="12192000" cy="45719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099987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ключение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мещающая рамка рисунка 4">
            <a:extLst>
              <a:ext uri="{FF2B5EF4-FFF2-40B4-BE49-F238E27FC236}">
                <a16:creationId xmlns:a16="http://schemas.microsoft.com/office/drawing/2014/main" id="{68B802A0-174F-ED42-DB3C-30B25D7D20B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solidFill>
            <a:schemeClr val="tx1">
              <a:lumMod val="50000"/>
              <a:lumOff val="50000"/>
            </a:schemeClr>
          </a:solidFill>
        </p:spPr>
        <p:txBody>
          <a:bodyPr rtlCol="0"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C5682FAF-43FC-D4B4-4D6A-E5D70198C1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27632" y="822960"/>
            <a:ext cx="6327648" cy="2221992"/>
          </a:xfrm>
          <a:noFill/>
        </p:spPr>
        <p:txBody>
          <a:bodyPr rtlCol="0" anchor="b">
            <a:noAutofit/>
          </a:bodyPr>
          <a:lstStyle>
            <a:lvl1pPr algn="l">
              <a:defRPr sz="4800">
                <a:solidFill>
                  <a:schemeClr val="bg1"/>
                </a:solidFill>
              </a:defRPr>
            </a:lvl1pPr>
          </a:lstStyle>
          <a:p>
            <a:pPr rtl="0"/>
            <a:r>
              <a:rPr lang="ru-RU"/>
              <a:t>Образец заголовка</a:t>
            </a:r>
            <a:endParaRPr lang="ru"/>
          </a:p>
        </p:txBody>
      </p:sp>
      <p:sp>
        <p:nvSpPr>
          <p:cNvPr id="2" name="Подзаголовок 2">
            <a:extLst>
              <a:ext uri="{FF2B5EF4-FFF2-40B4-BE49-F238E27FC236}">
                <a16:creationId xmlns:a16="http://schemas.microsoft.com/office/drawing/2014/main" id="{FB724EDC-0FF4-BC78-C7CF-5B31189CBF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27632" y="3428999"/>
            <a:ext cx="6309360" cy="1703439"/>
          </a:xfrm>
          <a:noFill/>
        </p:spPr>
        <p:txBody>
          <a:bodyPr rtlCol="0" anchor="t">
            <a:normAutofit/>
          </a:bodyPr>
          <a:lstStyle>
            <a:lvl1pPr marL="0" indent="0" algn="l">
              <a:lnSpc>
                <a:spcPct val="130000"/>
              </a:lnSpc>
              <a:spcBef>
                <a:spcPts val="0"/>
              </a:spcBef>
              <a:buNone/>
              <a:defRPr sz="22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ru-RU"/>
              <a:t>Образец подзаголовка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60061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198F9AA-2C87-421D-97C1-B4248DFDC2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81000"/>
            <a:ext cx="11430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E98FC63-C8D2-4CE6-A3F1-EE8ED24590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1000" y="1825625"/>
            <a:ext cx="114300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ru"/>
              <a:t>Щелкните, чтобы изменить стили текста образца слайда</a:t>
            </a:r>
          </a:p>
          <a:p>
            <a:pPr lvl="1" rtl="0"/>
            <a:r>
              <a:rPr lang="ru"/>
              <a:t>Второй уровень</a:t>
            </a:r>
          </a:p>
          <a:p>
            <a:pPr lvl="2" rtl="0"/>
            <a:r>
              <a:rPr lang="ru"/>
              <a:t>Третий уровень</a:t>
            </a:r>
          </a:p>
          <a:p>
            <a:pPr lvl="3" rtl="0"/>
            <a:r>
              <a:rPr lang="ru"/>
              <a:t>Четвертый уровень</a:t>
            </a:r>
          </a:p>
          <a:p>
            <a:pPr lvl="4" rtl="0"/>
            <a:r>
              <a:rPr lang="ru"/>
              <a:t>Пятый уровень</a:t>
            </a:r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0567522-C3B6-46EB-A361-BEC2510B00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810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  <a:latin typeface="Gill Sans Nova Light" panose="020F0302020204030204" pitchFamily="34" charset="0"/>
                <a:cs typeface="Gill Sans Nova Light" panose="020F0302020204030204" pitchFamily="34" charset="0"/>
              </a:defRPr>
            </a:lvl1pPr>
          </a:lstStyle>
          <a:p>
            <a:pPr rtl="0"/>
            <a:r>
              <a:rPr lang="ru"/>
              <a:t>Заголовок презентации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DC57CF0-034F-450D-937C-718D5AF1A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26140" y="6356350"/>
            <a:ext cx="7848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  <a:latin typeface="Gill Sans Nova Light" panose="020F0302020204030204" pitchFamily="34" charset="0"/>
                <a:cs typeface="Gill Sans Nova Light" panose="020F0302020204030204" pitchFamily="34" charset="0"/>
              </a:defRPr>
            </a:lvl1pPr>
          </a:lstStyle>
          <a:p>
            <a:pPr rtl="0"/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83539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8" r:id="rId2"/>
    <p:sldLayoutId id="2147483651" r:id="rId3"/>
    <p:sldLayoutId id="2147483676" r:id="rId4"/>
    <p:sldLayoutId id="2147483678" r:id="rId5"/>
    <p:sldLayoutId id="2147483684" r:id="rId6"/>
    <p:sldLayoutId id="2147483677" r:id="rId7"/>
    <p:sldLayoutId id="2147483679" r:id="rId8"/>
    <p:sldLayoutId id="2147483680" r:id="rId9"/>
    <p:sldLayoutId id="2147483681" r:id="rId10"/>
    <p:sldLayoutId id="2147483682" r:id="rId11"/>
    <p:sldLayoutId id="2147483683" r:id="rId12"/>
    <p:sldLayoutId id="2147483685" r:id="rId13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3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2800" kern="1200">
          <a:solidFill>
            <a:schemeClr val="accent3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2400" kern="1200">
          <a:solidFill>
            <a:schemeClr val="accent3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2000" kern="1200">
          <a:solidFill>
            <a:schemeClr val="accent3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accent3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accent3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240" userDrawn="1">
          <p15:clr>
            <a:srgbClr val="547EBF"/>
          </p15:clr>
        </p15:guide>
        <p15:guide id="4" orient="horz" pos="240" userDrawn="1">
          <p15:clr>
            <a:srgbClr val="547EBF"/>
          </p15:clr>
        </p15:guide>
        <p15:guide id="5" pos="7440" userDrawn="1">
          <p15:clr>
            <a:srgbClr val="547EBF"/>
          </p15:clr>
        </p15:guide>
        <p15:guide id="6" orient="horz" pos="4080" userDrawn="1">
          <p15:clr>
            <a:srgbClr val="547EBF"/>
          </p15:clr>
        </p15:guide>
        <p15:guide id="7" pos="3960" userDrawn="1">
          <p15:clr>
            <a:srgbClr val="547EBF"/>
          </p15:clr>
        </p15:guide>
        <p15:guide id="8" pos="3720" userDrawn="1">
          <p15:clr>
            <a:srgbClr val="547EBF"/>
          </p15:clr>
        </p15:guide>
        <p15:guide id="9" pos="2112" userDrawn="1">
          <p15:clr>
            <a:srgbClr val="547EBF"/>
          </p15:clr>
        </p15:guide>
        <p15:guide id="10" pos="1848" userDrawn="1">
          <p15:clr>
            <a:srgbClr val="547EBF"/>
          </p15:clr>
        </p15:guide>
        <p15:guide id="11" pos="5568" userDrawn="1">
          <p15:clr>
            <a:srgbClr val="547EBF"/>
          </p15:clr>
        </p15:guide>
        <p15:guide id="12" pos="5832" userDrawn="1">
          <p15:clr>
            <a:srgbClr val="547EBF"/>
          </p15:clr>
        </p15:guide>
        <p15:guide id="13" pos="4968" userDrawn="1">
          <p15:clr>
            <a:srgbClr val="9FCC3B"/>
          </p15:clr>
        </p15:guide>
        <p15:guide id="14" pos="5208" userDrawn="1">
          <p15:clr>
            <a:srgbClr val="9FCC3B"/>
          </p15:clr>
        </p15:guide>
        <p15:guide id="15" pos="2712" userDrawn="1">
          <p15:clr>
            <a:srgbClr val="9FCC3B"/>
          </p15:clr>
        </p15:guide>
        <p15:guide id="16" pos="2472" userDrawn="1">
          <p15:clr>
            <a:srgbClr val="9FCC3B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4" Type="http://schemas.microsoft.com/office/2007/relationships/hdphoto" Target="../media/hdphoto3.wdp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microsoft.com/office/2007/relationships/hdphoto" Target="../media/hdphoto4.wdp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6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0.jpeg"/><Relationship Id="rId5" Type="http://schemas.openxmlformats.org/officeDocument/2006/relationships/image" Target="../media/image29.jpeg"/><Relationship Id="rId4" Type="http://schemas.openxmlformats.org/officeDocument/2006/relationships/image" Target="../media/image28.jpe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3.xml"/><Relationship Id="rId4" Type="http://schemas.microsoft.com/office/2007/relationships/hdphoto" Target="../media/hdphoto1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Замещающая рамка рисунка 4" descr="Букет цветов">
            <a:extLst>
              <a:ext uri="{FF2B5EF4-FFF2-40B4-BE49-F238E27FC236}">
                <a16:creationId xmlns:a16="http://schemas.microsoft.com/office/drawing/2014/main" id="{2E09DD34-43D4-3713-535D-7E9D95D3F4B1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</p:spPr>
      </p:pic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6F9772E4-10E9-13DE-8AE8-35BBB9DD1D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08176" y="1463040"/>
            <a:ext cx="6327648" cy="2180543"/>
          </a:xfrm>
        </p:spPr>
        <p:txBody>
          <a:bodyPr rtlCol="0"/>
          <a:lstStyle/>
          <a:p>
            <a:r>
              <a:rPr lang="ru-RU" sz="4000" dirty="0"/>
              <a:t>Практика по управлению коммуникациями в</a:t>
            </a:r>
            <a:br>
              <a:rPr lang="ru-RU" sz="4000" dirty="0"/>
            </a:br>
            <a:r>
              <a:rPr lang="ru-RU" sz="4000" dirty="0"/>
              <a:t>проекте</a:t>
            </a:r>
          </a:p>
        </p:txBody>
      </p:sp>
      <p:sp>
        <p:nvSpPr>
          <p:cNvPr id="4" name="Подзаголовок 3">
            <a:extLst>
              <a:ext uri="{FF2B5EF4-FFF2-40B4-BE49-F238E27FC236}">
                <a16:creationId xmlns:a16="http://schemas.microsoft.com/office/drawing/2014/main" id="{F7C09E8F-C241-2F75-70EA-32EC69551E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11096" y="3995928"/>
            <a:ext cx="5321808" cy="824404"/>
          </a:xfrm>
        </p:spPr>
        <p:txBody>
          <a:bodyPr rtlCol="0"/>
          <a:lstStyle/>
          <a:p>
            <a:pPr rtl="0"/>
            <a:r>
              <a:rPr lang="ru-RU" dirty="0" err="1"/>
              <a:t>Моско</a:t>
            </a:r>
            <a:r>
              <a:rPr lang="ru-RU" dirty="0"/>
              <a:t> Святослав Юрьевич</a:t>
            </a:r>
            <a:endParaRPr lang="ru" dirty="0"/>
          </a:p>
        </p:txBody>
      </p:sp>
      <p:cxnSp>
        <p:nvCxnSpPr>
          <p:cNvPr id="12" name="Прямая соединительная линия 11">
            <a:extLst>
              <a:ext uri="{FF2B5EF4-FFF2-40B4-BE49-F238E27FC236}">
                <a16:creationId xmlns:a16="http://schemas.microsoft.com/office/drawing/2014/main" id="{9318DF20-A4C4-3800-A69E-4E11F5A11C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915117" y="3822700"/>
            <a:ext cx="5321300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Табличка 12">
            <a:extLst>
              <a:ext uri="{FF2B5EF4-FFF2-40B4-BE49-F238E27FC236}">
                <a16:creationId xmlns:a16="http://schemas.microsoft.com/office/drawing/2014/main" id="{AC9EB422-5602-36FF-E543-5B0C70E56E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184867" y="1269576"/>
            <a:ext cx="6781800" cy="4343824"/>
          </a:xfrm>
          <a:prstGeom prst="plaque">
            <a:avLst>
              <a:gd name="adj" fmla="val 7602"/>
            </a:avLst>
          </a:prstGeom>
          <a:noFill/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dirty="0"/>
          </a:p>
        </p:txBody>
      </p:sp>
      <p:pic>
        <p:nvPicPr>
          <p:cNvPr id="14" name="Изображение 13">
            <a:extLst>
              <a:ext uri="{FF2B5EF4-FFF2-40B4-BE49-F238E27FC236}">
                <a16:creationId xmlns:a16="http://schemas.microsoft.com/office/drawing/2014/main" id="{A053B63A-99EB-DBC1-DE80-E5E5214EF4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3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89728" y="3681876"/>
            <a:ext cx="972078" cy="285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81593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12DF434-28DB-4621-A497-D62C41CE04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9048" y="530352"/>
            <a:ext cx="5385816" cy="1810512"/>
          </a:xfrm>
        </p:spPr>
        <p:txBody>
          <a:bodyPr rtlCol="0" anchor="b">
            <a:normAutofit/>
          </a:bodyPr>
          <a:lstStyle/>
          <a:p>
            <a:pPr rtl="0"/>
            <a:r>
              <a:rPr lang="ru" dirty="0"/>
              <a:t>Повестка дня</a:t>
            </a:r>
          </a:p>
        </p:txBody>
      </p:sp>
      <p:pic>
        <p:nvPicPr>
          <p:cNvPr id="12" name="Замещающая рамка рисунка 11" descr="Белые и розовые цветы крупным планом">
            <a:extLst>
              <a:ext uri="{FF2B5EF4-FFF2-40B4-BE49-F238E27FC236}">
                <a16:creationId xmlns:a16="http://schemas.microsoft.com/office/drawing/2014/main" id="{638025BA-3E49-3EFD-417E-955B4B95B2B0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0"/>
            <a:ext cx="5174458" cy="6858000"/>
          </a:xfrm>
        </p:spPr>
      </p:pic>
      <p:sp>
        <p:nvSpPr>
          <p:cNvPr id="3" name="Объект 2">
            <a:extLst>
              <a:ext uri="{FF2B5EF4-FFF2-40B4-BE49-F238E27FC236}">
                <a16:creationId xmlns:a16="http://schemas.microsoft.com/office/drawing/2014/main" id="{22788C46-D0BC-4307-AE55-7601A139E7C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099048" y="2962656"/>
            <a:ext cx="5385816" cy="2706624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 dirty="0"/>
              <a:t>Анализ заинтересованных сторон и расчёт каналов коммуникации</a:t>
            </a:r>
          </a:p>
          <a:p>
            <a:r>
              <a:rPr lang="ru-RU" dirty="0"/>
              <a:t>Разработка коммуникационной стратегии для распределённой IT-команды</a:t>
            </a:r>
            <a:endParaRPr lang="en-US" dirty="0"/>
          </a:p>
        </p:txBody>
      </p:sp>
      <p:sp>
        <p:nvSpPr>
          <p:cNvPr id="4" name="Местозаполнитель нижнего колонтитула 3">
            <a:extLst>
              <a:ext uri="{FF2B5EF4-FFF2-40B4-BE49-F238E27FC236}">
                <a16:creationId xmlns:a16="http://schemas.microsoft.com/office/drawing/2014/main" id="{0E1BC27E-ED02-E738-1B43-E66F422BD1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r>
              <a:rPr lang="ru-RU" dirty="0"/>
              <a:t>Практика по управлению коммуникациями в</a:t>
            </a:r>
            <a:br>
              <a:rPr lang="ru-RU" dirty="0"/>
            </a:br>
            <a:r>
              <a:rPr lang="ru-RU" dirty="0"/>
              <a:t>проекте</a:t>
            </a:r>
            <a:endParaRPr lang="en-US" dirty="0"/>
          </a:p>
        </p:txBody>
      </p:sp>
      <p:sp>
        <p:nvSpPr>
          <p:cNvPr id="5" name="Местозаполнитель номера слайда 4">
            <a:extLst>
              <a:ext uri="{FF2B5EF4-FFF2-40B4-BE49-F238E27FC236}">
                <a16:creationId xmlns:a16="http://schemas.microsoft.com/office/drawing/2014/main" id="{E902A7C2-1D63-EFD6-869B-2F167F9663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294A09A9-5501-47C1-A89A-A340965A2BE2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45998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Замещающая рамка рисунка 4" descr="Букет цветов">
            <a:extLst>
              <a:ext uri="{FF2B5EF4-FFF2-40B4-BE49-F238E27FC236}">
                <a16:creationId xmlns:a16="http://schemas.microsoft.com/office/drawing/2014/main" id="{D34D75C6-A35A-52D3-B03F-61494B858038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 cstate="screen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66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solidFill>
            <a:schemeClr val="bg1">
              <a:lumMod val="95000"/>
            </a:schemeClr>
          </a:solidFill>
        </p:spPr>
      </p:pic>
      <p:sp>
        <p:nvSpPr>
          <p:cNvPr id="10" name="Заголовок 9">
            <a:extLst>
              <a:ext uri="{FF2B5EF4-FFF2-40B4-BE49-F238E27FC236}">
                <a16:creationId xmlns:a16="http://schemas.microsoft.com/office/drawing/2014/main" id="{9C3427B2-C457-FC4C-BA04-44EF586F346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rtlCol="0"/>
          <a:lstStyle/>
          <a:p>
            <a:r>
              <a:rPr lang="ru-RU" dirty="0"/>
              <a:t>Анализ заинтересованных сторон и расчёт каналов коммуникации</a:t>
            </a:r>
            <a:endParaRPr lang="en-US" dirty="0"/>
          </a:p>
        </p:txBody>
      </p:sp>
      <p:sp>
        <p:nvSpPr>
          <p:cNvPr id="4" name="Местозаполнитель нижнего колонтитула 3">
            <a:extLst>
              <a:ext uri="{FF2B5EF4-FFF2-40B4-BE49-F238E27FC236}">
                <a16:creationId xmlns:a16="http://schemas.microsoft.com/office/drawing/2014/main" id="{009C8D8B-2E15-875B-08A8-28C5524EF694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0" y="6356350"/>
            <a:ext cx="4114800" cy="365125"/>
          </a:xfrm>
        </p:spPr>
        <p:txBody>
          <a:bodyPr rtlCol="0"/>
          <a:lstStyle/>
          <a:p>
            <a:pPr rtl="0"/>
            <a:r>
              <a:rPr lang="ru"/>
              <a:t>Заголовок презентации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1594F408-30BE-5DC2-806D-A217DB0281B2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407775" y="6356350"/>
            <a:ext cx="784225" cy="365125"/>
          </a:xfrm>
        </p:spPr>
        <p:txBody>
          <a:bodyPr rtlCol="0"/>
          <a:lstStyle/>
          <a:p>
            <a:pPr rtl="0"/>
            <a:fld id="{294A09A9-5501-47C1-A89A-A340965A2BE2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11" name="Табличка 10">
            <a:extLst>
              <a:ext uri="{FF2B5EF4-FFF2-40B4-BE49-F238E27FC236}">
                <a16:creationId xmlns:a16="http://schemas.microsoft.com/office/drawing/2014/main" id="{95E724B3-E95F-E150-E7F9-1C3F634EF0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332854" y="1782305"/>
            <a:ext cx="9546956" cy="3270142"/>
          </a:xfrm>
          <a:prstGeom prst="plaque">
            <a:avLst>
              <a:gd name="adj" fmla="val 7602"/>
            </a:avLst>
          </a:prstGeom>
          <a:noFill/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dirty="0"/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FBFEC193-4F90-6CAE-6259-21C8B6A848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aturation sat="3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608561" y="4925255"/>
            <a:ext cx="972078" cy="285381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6F119B25-42CB-340B-ACB4-22178DF129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aturation sat="3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0800000">
            <a:off x="5608561" y="1624116"/>
            <a:ext cx="972078" cy="285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34817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F1F7859-A868-4BBA-99FB-23C80D945A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Расчёт количества каналов коммуникации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E4980B48-3CAA-4E89-BDA9-0545201113B5}"/>
                  </a:ext>
                </a:extLst>
              </p:cNvPr>
              <p:cNvSpPr>
                <a:spLocks noGrp="1"/>
              </p:cNvSpPr>
              <p:nvPr>
                <p:ph sz="quarter" idx="12"/>
              </p:nvPr>
            </p:nvSpPr>
            <p:spPr/>
            <p:txBody>
              <a:bodyPr/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i="1"/>
                        <m:t>С=</m:t>
                      </m:r>
                      <m:f>
                        <m:fPr>
                          <m:ctrlPr>
                            <a:rPr lang="ru-RU" i="1"/>
                          </m:ctrlPr>
                        </m:fPr>
                        <m:num>
                          <m:r>
                            <a:rPr lang="en-US" i="1"/>
                            <m:t>𝑁</m:t>
                          </m:r>
                          <m:r>
                            <a:rPr lang="en-US" i="1"/>
                            <m:t> ×(</m:t>
                          </m:r>
                          <m:r>
                            <a:rPr lang="en-US" i="1"/>
                            <m:t>𝑁</m:t>
                          </m:r>
                          <m:r>
                            <a:rPr lang="en-US" i="1"/>
                            <m:t>−1)</m:t>
                          </m:r>
                        </m:num>
                        <m:den>
                          <m:r>
                            <a:rPr lang="ru-RU" i="1"/>
                            <m:t>2</m:t>
                          </m:r>
                        </m:den>
                      </m:f>
                    </m:oMath>
                  </m:oMathPara>
                </a14:m>
                <a:endParaRPr lang="ru-RU" dirty="0"/>
              </a:p>
              <a:p>
                <a:r>
                  <a:rPr lang="ru-RU" dirty="0"/>
                  <a:t> </a:t>
                </a: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i="1"/>
                        <m:t>С=</m:t>
                      </m:r>
                      <m:f>
                        <m:fPr>
                          <m:ctrlPr>
                            <a:rPr lang="ru-RU" i="1"/>
                          </m:ctrlPr>
                        </m:fPr>
                        <m:num>
                          <m:r>
                            <a:rPr lang="en-US" i="1"/>
                            <m:t>9 ×(9−1)</m:t>
                          </m:r>
                        </m:num>
                        <m:den>
                          <m:r>
                            <a:rPr lang="ru-RU" i="1"/>
                            <m:t>2</m:t>
                          </m:r>
                        </m:den>
                      </m:f>
                      <m:r>
                        <a:rPr lang="ru-RU" i="1"/>
                        <m:t>=36</m:t>
                      </m:r>
                    </m:oMath>
                  </m:oMathPara>
                </a14:m>
                <a:endParaRPr lang="ru-RU" dirty="0"/>
              </a:p>
              <a:p>
                <a:endParaRPr lang="ru-RU" dirty="0"/>
              </a:p>
            </p:txBody>
          </p:sp>
        </mc:Choice>
        <mc:Fallback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E4980B48-3CAA-4E89-BDA9-0545201113B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2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Объект 5">
                <a:extLst>
                  <a:ext uri="{FF2B5EF4-FFF2-40B4-BE49-F238E27FC236}">
                    <a16:creationId xmlns:a16="http://schemas.microsoft.com/office/drawing/2014/main" id="{0A3B296E-0B52-4C9A-A98F-E1969B39CD05}"/>
                  </a:ext>
                </a:extLst>
              </p:cNvPr>
              <p:cNvSpPr>
                <a:spLocks noGrp="1"/>
              </p:cNvSpPr>
              <p:nvPr>
                <p:ph sz="quarter" idx="13"/>
              </p:nvPr>
            </p:nvSpPr>
            <p:spPr/>
            <p:txBody>
              <a:bodyPr/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i="1"/>
                        <m:t>𝑁</m:t>
                      </m:r>
                      <m:r>
                        <a:rPr lang="ru-RU" i="1"/>
                        <m:t>новое=9+5=14</m:t>
                      </m:r>
                    </m:oMath>
                  </m:oMathPara>
                </a14:m>
                <a:endParaRPr lang="ru-RU" dirty="0"/>
              </a:p>
              <a:p>
                <a:r>
                  <a:rPr lang="ru-RU" i="1" dirty="0"/>
                  <a:t> </a:t>
                </a:r>
                <a:endParaRPr lang="ru-RU" dirty="0"/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i="1"/>
                        <m:t>С=</m:t>
                      </m:r>
                      <m:f>
                        <m:fPr>
                          <m:ctrlPr>
                            <a:rPr lang="ru-RU" i="1"/>
                          </m:ctrlPr>
                        </m:fPr>
                        <m:num>
                          <m:r>
                            <a:rPr lang="en-US" i="1"/>
                            <m:t>14 ×(14−1)</m:t>
                          </m:r>
                        </m:num>
                        <m:den>
                          <m:r>
                            <a:rPr lang="ru-RU" i="1"/>
                            <m:t>2</m:t>
                          </m:r>
                        </m:den>
                      </m:f>
                      <m:r>
                        <a:rPr lang="ru-RU" i="1"/>
                        <m:t>=91</m:t>
                      </m:r>
                    </m:oMath>
                  </m:oMathPara>
                </a14:m>
                <a:endParaRPr lang="ru-RU" dirty="0"/>
              </a:p>
              <a:p>
                <a:pPr/>
                <a:endParaRPr lang="ru-RU" dirty="0"/>
              </a:p>
            </p:txBody>
          </p:sp>
        </mc:Choice>
        <mc:Fallback>
          <p:sp>
            <p:nvSpPr>
              <p:cNvPr id="6" name="Объект 5">
                <a:extLst>
                  <a:ext uri="{FF2B5EF4-FFF2-40B4-BE49-F238E27FC236}">
                    <a16:creationId xmlns:a16="http://schemas.microsoft.com/office/drawing/2014/main" id="{0A3B296E-0B52-4C9A-A98F-E1969B39CD0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3"/>
              </p:nvPr>
            </p:nvSpPr>
            <p:spPr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31CACF71-C1F0-48E9-9365-84C6934E8CB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rtl="0"/>
            <a:r>
              <a:rPr lang="ru"/>
              <a:t>Заголовок презентации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8716C2E0-D28F-4A33-B5E2-7A4FBCD6BD5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rtl="0"/>
            <a:fld id="{294A09A9-5501-47C1-A89A-A340965A2BE2}" type="slidenum">
              <a:rPr lang="en-US" smtClean="0"/>
              <a:pPr rtl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17568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 1">
            <a:extLst>
              <a:ext uri="{FF2B5EF4-FFF2-40B4-BE49-F238E27FC236}">
                <a16:creationId xmlns:a16="http://schemas.microsoft.com/office/drawing/2014/main" id="{954ABE40-AA00-F366-A36A-B3F1AADBF0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792" y="722376"/>
            <a:ext cx="6419088" cy="2350008"/>
          </a:xfrm>
          <a:noFill/>
        </p:spPr>
        <p:txBody>
          <a:bodyPr rtlCol="0">
            <a:noAutofit/>
          </a:bodyPr>
          <a:lstStyle/>
          <a:p>
            <a:r>
              <a:rPr lang="ru-RU" dirty="0"/>
              <a:t>Матрица коммуникаций</a:t>
            </a:r>
            <a:endParaRPr lang="ru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72446868-83F0-CEEF-5E60-6D55C93B52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0079" y="3931920"/>
            <a:ext cx="6419088" cy="1389888"/>
          </a:xfrm>
          <a:noFill/>
        </p:spPr>
        <p:txBody>
          <a:bodyPr rtlCol="0"/>
          <a:lstStyle/>
          <a:p>
            <a:r>
              <a:rPr lang="ru-RU" dirty="0"/>
              <a:t>для ключевых стейкхолдеров</a:t>
            </a:r>
            <a:endParaRPr lang="ru" dirty="0"/>
          </a:p>
        </p:txBody>
      </p:sp>
      <p:pic>
        <p:nvPicPr>
          <p:cNvPr id="9" name="Замещающая рамка рисунка 5" descr="Купа оранжевых цветов">
            <a:extLst>
              <a:ext uri="{FF2B5EF4-FFF2-40B4-BE49-F238E27FC236}">
                <a16:creationId xmlns:a16="http://schemas.microsoft.com/office/drawing/2014/main" id="{B0E612D5-D631-0C31-BE9E-287392433299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3" cstate="screen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6501"/>
                    </a14:imgEffect>
                    <a14:imgEffect>
                      <a14:saturation sat="62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754488" y="0"/>
            <a:ext cx="4434464" cy="6858000"/>
          </a:xfrm>
          <a:solidFill>
            <a:schemeClr val="bg1">
              <a:lumMod val="95000"/>
            </a:schemeClr>
          </a:solidFill>
        </p:spPr>
      </p:pic>
    </p:spTree>
    <p:extLst>
      <p:ext uri="{BB962C8B-B14F-4D97-AF65-F5344CB8AC3E}">
        <p14:creationId xmlns:p14="http://schemas.microsoft.com/office/powerpoint/2010/main" val="35418739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Объект 6">
            <a:extLst>
              <a:ext uri="{FF2B5EF4-FFF2-40B4-BE49-F238E27FC236}">
                <a16:creationId xmlns:a16="http://schemas.microsoft.com/office/drawing/2014/main" id="{39817112-80E6-4940-AAEA-BCDCB5155400}"/>
              </a:ext>
            </a:extLst>
          </p:cNvPr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887962113"/>
              </p:ext>
            </p:extLst>
          </p:nvPr>
        </p:nvGraphicFramePr>
        <p:xfrm>
          <a:off x="0" y="0"/>
          <a:ext cx="12192000" cy="6858001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706029">
                  <a:extLst>
                    <a:ext uri="{9D8B030D-6E8A-4147-A177-3AD203B41FA5}">
                      <a16:colId xmlns:a16="http://schemas.microsoft.com/office/drawing/2014/main" val="1693281544"/>
                    </a:ext>
                  </a:extLst>
                </a:gridCol>
                <a:gridCol w="4026932">
                  <a:extLst>
                    <a:ext uri="{9D8B030D-6E8A-4147-A177-3AD203B41FA5}">
                      <a16:colId xmlns:a16="http://schemas.microsoft.com/office/drawing/2014/main" val="4195977843"/>
                    </a:ext>
                  </a:extLst>
                </a:gridCol>
                <a:gridCol w="1582239">
                  <a:extLst>
                    <a:ext uri="{9D8B030D-6E8A-4147-A177-3AD203B41FA5}">
                      <a16:colId xmlns:a16="http://schemas.microsoft.com/office/drawing/2014/main" val="3623764144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3615579190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1122741677"/>
                    </a:ext>
                  </a:extLst>
                </a:gridCol>
              </a:tblGrid>
              <a:tr h="267471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Стейкхолдер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826" marR="57826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Информационные потребности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826" marR="57826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Ответственный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826" marR="57826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Форма коммуникации</a:t>
                      </a:r>
                      <a:endParaRPr lang="ru-RU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826" marR="57826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Метод коммуникации</a:t>
                      </a:r>
                      <a:endParaRPr lang="ru-RU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826" marR="57826" marT="0" marB="0"/>
                </a:tc>
                <a:extLst>
                  <a:ext uri="{0D108BD9-81ED-4DB2-BD59-A6C34878D82A}">
                    <a16:rowId xmlns:a16="http://schemas.microsoft.com/office/drawing/2014/main" val="3111435116"/>
                  </a:ext>
                </a:extLst>
              </a:tr>
              <a:tr h="1021765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Генеральный директор (спонсор)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826" marR="57826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Статус проекта, ключевые риски, бюджет, отклонения от плана, стратегические выгоды</a:t>
                      </a:r>
                      <a:endParaRPr lang="ru-RU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826" marR="57826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PM</a:t>
                      </a:r>
                      <a:endParaRPr lang="ru-RU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826" marR="57826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Отчёт о статусе проекта (ежемесячно), краткая презентация (ежеквартально)</a:t>
                      </a:r>
                      <a:endParaRPr lang="ru-RU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826" marR="57826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Push (email с отчётом), интерактивный (встреча для обсуждения рисков)</a:t>
                      </a:r>
                      <a:endParaRPr lang="ru-RU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826" marR="57826" marT="0" marB="0"/>
                </a:tc>
                <a:extLst>
                  <a:ext uri="{0D108BD9-81ED-4DB2-BD59-A6C34878D82A}">
                    <a16:rowId xmlns:a16="http://schemas.microsoft.com/office/drawing/2014/main" val="2952232320"/>
                  </a:ext>
                </a:extLst>
              </a:tr>
              <a:tr h="1069882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Руководитель отдела продаж (ключевой пользователь)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826" marR="57826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Функциональность CRM, удобство интерфейса, сроки готовности модулей, обратная связь от пользователей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826" marR="57826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PM, бизнес-аналитик</a:t>
                      </a:r>
                      <a:endParaRPr lang="ru-RU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826" marR="57826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Демонстрации прототипов, рабочие встречи, опросы удовлетворённости</a:t>
                      </a:r>
                      <a:endParaRPr lang="ru-RU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826" marR="57826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Интерактивный (демо, воркшопы), pull (доступ к прототипам на портале)</a:t>
                      </a:r>
                      <a:endParaRPr lang="ru-RU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826" marR="57826" marT="0" marB="0"/>
                </a:tc>
                <a:extLst>
                  <a:ext uri="{0D108BD9-81ED-4DB2-BD59-A6C34878D82A}">
                    <a16:rowId xmlns:a16="http://schemas.microsoft.com/office/drawing/2014/main" val="622531293"/>
                  </a:ext>
                </a:extLst>
              </a:tr>
              <a:tr h="1069882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Руководитель IT-отдела (заказчик от IT)</a:t>
                      </a:r>
                      <a:endParaRPr lang="ru-RU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826" marR="57826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Техническая архитектура, интеграции, требования к инфраструктуре, вопросы безопасности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826" marR="57826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PM, тимлид разработки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826" marR="57826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Технические совещания, документация в Confluence, отчёты о тестировании</a:t>
                      </a:r>
                      <a:endParaRPr lang="ru-RU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826" marR="57826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Интерактивный (совещания), pull (Confluence, Jira)</a:t>
                      </a:r>
                      <a:endParaRPr lang="ru-RU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826" marR="57826" marT="0" marB="0"/>
                </a:tc>
                <a:extLst>
                  <a:ext uri="{0D108BD9-81ED-4DB2-BD59-A6C34878D82A}">
                    <a16:rowId xmlns:a16="http://schemas.microsoft.com/office/drawing/2014/main" val="3258671225"/>
                  </a:ext>
                </a:extLst>
              </a:tr>
              <a:tr h="802412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Project Manager (PM)</a:t>
                      </a:r>
                      <a:endParaRPr lang="ru-RU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826" marR="57826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Полная информация о ходе проекта, рисках, ресурсах, коммуникациях</a:t>
                      </a:r>
                      <a:endParaRPr lang="ru-RU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826" marR="57826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PM (сам)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826" marR="57826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Все каналы: отчёты, совещания, портал</a:t>
                      </a:r>
                      <a:endParaRPr lang="ru-RU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826" marR="57826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Все методы (интерактивный, push, pull)</a:t>
                      </a:r>
                      <a:endParaRPr lang="ru-RU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826" marR="57826" marT="0" marB="0"/>
                </a:tc>
                <a:extLst>
                  <a:ext uri="{0D108BD9-81ED-4DB2-BD59-A6C34878D82A}">
                    <a16:rowId xmlns:a16="http://schemas.microsoft.com/office/drawing/2014/main" val="2535263331"/>
                  </a:ext>
                </a:extLst>
              </a:tr>
              <a:tr h="802412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Тимлид разработки</a:t>
                      </a:r>
                      <a:endParaRPr lang="ru-RU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826" marR="57826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Задачи разработки, архитектурные решения, сроки, качество кода</a:t>
                      </a:r>
                      <a:endParaRPr lang="ru-RU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826" marR="57826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PM, тимлид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826" marR="57826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Ежедневные стендапы, спринт-планирование, задачи в </a:t>
                      </a:r>
                      <a:r>
                        <a:rPr lang="ru-RU" sz="1600" dirty="0" err="1">
                          <a:effectLst/>
                        </a:rPr>
                        <a:t>Jira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826" marR="57826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Интерактивный (стендапы, планирование), pull (Jira, Confluence)</a:t>
                      </a:r>
                      <a:endParaRPr lang="ru-RU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826" marR="57826" marT="0" marB="0"/>
                </a:tc>
                <a:extLst>
                  <a:ext uri="{0D108BD9-81ED-4DB2-BD59-A6C34878D82A}">
                    <a16:rowId xmlns:a16="http://schemas.microsoft.com/office/drawing/2014/main" val="2173737570"/>
                  </a:ext>
                </a:extLst>
              </a:tr>
              <a:tr h="1021765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Внешний подрядчик (аналитика)</a:t>
                      </a:r>
                      <a:endParaRPr lang="ru-RU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826" marR="57826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Чёткое ТЗ, сроки оплаты, требования к модулю аналитики, точки интеграции</a:t>
                      </a:r>
                      <a:endParaRPr lang="ru-RU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826" marR="57826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PM, бизнес-аналитик</a:t>
                      </a:r>
                      <a:endParaRPr lang="ru-RU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826" marR="57826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Контракт, техническое задание, регулярные видеозвонки, отчёты о ходе работ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826" marR="57826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1600" dirty="0" err="1">
                          <a:effectLst/>
                        </a:rPr>
                        <a:t>Push</a:t>
                      </a:r>
                      <a:r>
                        <a:rPr lang="ru-RU" sz="1600" dirty="0">
                          <a:effectLst/>
                        </a:rPr>
                        <a:t> (</a:t>
                      </a:r>
                      <a:r>
                        <a:rPr lang="ru-RU" sz="1600" dirty="0" err="1">
                          <a:effectLst/>
                        </a:rPr>
                        <a:t>email</a:t>
                      </a:r>
                      <a:r>
                        <a:rPr lang="ru-RU" sz="1600" dirty="0">
                          <a:effectLst/>
                        </a:rPr>
                        <a:t> с ТЗ и отчётами), интерактивный (видеоконференции)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826" marR="57826" marT="0" marB="0"/>
                </a:tc>
                <a:extLst>
                  <a:ext uri="{0D108BD9-81ED-4DB2-BD59-A6C34878D82A}">
                    <a16:rowId xmlns:a16="http://schemas.microsoft.com/office/drawing/2014/main" val="1680154906"/>
                  </a:ext>
                </a:extLst>
              </a:tr>
              <a:tr h="802412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Служба поддержки (пользователи)</a:t>
                      </a:r>
                      <a:endParaRPr lang="ru-RU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826" marR="57826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Инструкции по работе с системой, документация, обучение, изменения в функционале</a:t>
                      </a:r>
                      <a:endParaRPr lang="ru-RU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826" marR="57826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PM, бизнес-аналитик</a:t>
                      </a:r>
                      <a:endParaRPr lang="ru-RU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826" marR="57826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Руководства пользователя, обучающие видео, wiki-страницы</a:t>
                      </a:r>
                      <a:endParaRPr lang="ru-RU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826" marR="57826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1600" dirty="0" err="1">
                          <a:effectLst/>
                        </a:rPr>
                        <a:t>Pull</a:t>
                      </a:r>
                      <a:r>
                        <a:rPr lang="ru-RU" sz="1600" dirty="0">
                          <a:effectLst/>
                        </a:rPr>
                        <a:t> (корпоративный портал, база знаний), </a:t>
                      </a:r>
                      <a:r>
                        <a:rPr lang="ru-RU" sz="1600" dirty="0" err="1">
                          <a:effectLst/>
                        </a:rPr>
                        <a:t>push</a:t>
                      </a:r>
                      <a:r>
                        <a:rPr lang="ru-RU" sz="1600" dirty="0">
                          <a:effectLst/>
                        </a:rPr>
                        <a:t> (рассылка об обновлениях)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826" marR="57826" marT="0" marB="0"/>
                </a:tc>
                <a:extLst>
                  <a:ext uri="{0D108BD9-81ED-4DB2-BD59-A6C34878D82A}">
                    <a16:rowId xmlns:a16="http://schemas.microsoft.com/office/drawing/2014/main" val="3888319574"/>
                  </a:ext>
                </a:extLst>
              </a:tr>
            </a:tbl>
          </a:graphicData>
        </a:graphic>
      </p:graphicFrame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B68BD904-802C-4795-9960-3F6769E4A3E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rtl="0"/>
            <a:fld id="{294A09A9-5501-47C1-A89A-A340965A2BE2}" type="slidenum">
              <a:rPr lang="en-US" smtClean="0"/>
              <a:pPr rtl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55855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14000" b="-14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Рисунок 1">
            <a:extLst>
              <a:ext uri="{FF2B5EF4-FFF2-40B4-BE49-F238E27FC236}">
                <a16:creationId xmlns:a16="http://schemas.microsoft.com/office/drawing/2014/main" id="{01646881-9D40-4C36-9966-2DA3B174AD6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</p:sp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3B5518F2-A875-40DE-ACAA-98D170213D6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Обоснование выбора методов коммуникации для каждого стейкхолдера</a:t>
            </a:r>
          </a:p>
        </p:txBody>
      </p:sp>
      <p:sp>
        <p:nvSpPr>
          <p:cNvPr id="4" name="Подзаголовок 3">
            <a:extLst>
              <a:ext uri="{FF2B5EF4-FFF2-40B4-BE49-F238E27FC236}">
                <a16:creationId xmlns:a16="http://schemas.microsoft.com/office/drawing/2014/main" id="{3238B010-B52F-4D94-99D7-2547CCC78A1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219815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 1">
            <a:extLst>
              <a:ext uri="{FF2B5EF4-FFF2-40B4-BE49-F238E27FC236}">
                <a16:creationId xmlns:a16="http://schemas.microsoft.com/office/drawing/2014/main" id="{9635F5E3-2B1C-7C0A-8581-67A9052D13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2688" y="1408176"/>
            <a:ext cx="3392424" cy="4014216"/>
          </a:xfrm>
          <a:noFill/>
        </p:spPr>
        <p:txBody>
          <a:bodyPr rtlCol="0">
            <a:normAutofit/>
          </a:bodyPr>
          <a:lstStyle/>
          <a:p>
            <a:r>
              <a:rPr lang="ru-RU" dirty="0"/>
              <a:t>PMBOK</a:t>
            </a:r>
            <a:endParaRPr lang="ru" dirty="0"/>
          </a:p>
        </p:txBody>
      </p:sp>
      <p:sp>
        <p:nvSpPr>
          <p:cNvPr id="3" name="Местозаполнитель содержимого 2">
            <a:extLst>
              <a:ext uri="{FF2B5EF4-FFF2-40B4-BE49-F238E27FC236}">
                <a16:creationId xmlns:a16="http://schemas.microsoft.com/office/drawing/2014/main" id="{A6A33159-D030-2F82-A142-F75940728319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169877" y="903146"/>
            <a:ext cx="6250979" cy="3758184"/>
          </a:xfrm>
          <a:noFill/>
        </p:spPr>
        <p:txBody>
          <a:bodyPr vert="horz" lIns="91440" tIns="45720" rIns="91440" bIns="45720" rtlCol="0" anchor="t">
            <a:noAutofit/>
          </a:bodyPr>
          <a:lstStyle/>
          <a:p>
            <a:pPr lvl="0"/>
            <a:r>
              <a:rPr lang="ru-RU" b="1" dirty="0"/>
              <a:t>Генеральный директор</a:t>
            </a:r>
            <a:r>
              <a:rPr lang="ru-RU" dirty="0"/>
              <a:t> – </a:t>
            </a:r>
            <a:r>
              <a:rPr lang="ru-RU" b="1" dirty="0" err="1"/>
              <a:t>Push</a:t>
            </a:r>
            <a:r>
              <a:rPr lang="ru-RU" b="1" dirty="0"/>
              <a:t> + интерактивный</a:t>
            </a:r>
            <a:r>
              <a:rPr lang="ru-RU" dirty="0"/>
              <a:t>.  </a:t>
            </a:r>
          </a:p>
          <a:p>
            <a:pPr lvl="0"/>
            <a:r>
              <a:rPr lang="ru-RU" b="1" dirty="0"/>
              <a:t>Руководитель отдела продаж</a:t>
            </a:r>
            <a:r>
              <a:rPr lang="ru-RU" dirty="0"/>
              <a:t> – </a:t>
            </a:r>
            <a:r>
              <a:rPr lang="ru-RU" b="1" dirty="0"/>
              <a:t>Интерактивный + </a:t>
            </a:r>
            <a:r>
              <a:rPr lang="ru-RU" b="1" dirty="0" err="1"/>
              <a:t>pull</a:t>
            </a:r>
            <a:r>
              <a:rPr lang="ru-RU" dirty="0"/>
              <a:t>.  </a:t>
            </a:r>
          </a:p>
          <a:p>
            <a:pPr lvl="0"/>
            <a:r>
              <a:rPr lang="ru-RU" b="1" dirty="0"/>
              <a:t>Руководитель IT-отдела</a:t>
            </a:r>
            <a:r>
              <a:rPr lang="ru-RU" dirty="0"/>
              <a:t> – </a:t>
            </a:r>
            <a:r>
              <a:rPr lang="ru-RU" b="1" dirty="0"/>
              <a:t>Интерактивный + </a:t>
            </a:r>
            <a:r>
              <a:rPr lang="ru-RU" b="1" dirty="0" err="1"/>
              <a:t>pull</a:t>
            </a:r>
            <a:r>
              <a:rPr lang="ru-RU" dirty="0"/>
              <a:t>.  </a:t>
            </a:r>
          </a:p>
          <a:p>
            <a:pPr lvl="0"/>
            <a:r>
              <a:rPr lang="ru-RU" b="1" dirty="0"/>
              <a:t>PM</a:t>
            </a:r>
            <a:r>
              <a:rPr lang="ru-RU" dirty="0"/>
              <a:t> – </a:t>
            </a:r>
            <a:r>
              <a:rPr lang="ru-RU" b="1" dirty="0"/>
              <a:t>Все методы</a:t>
            </a:r>
            <a:r>
              <a:rPr lang="ru-RU" dirty="0"/>
              <a:t>. </a:t>
            </a:r>
            <a:endParaRPr lang="en-US" dirty="0"/>
          </a:p>
          <a:p>
            <a:pPr lvl="0"/>
            <a:r>
              <a:rPr lang="ru-RU" b="1" dirty="0"/>
              <a:t>Тимлид разработки</a:t>
            </a:r>
            <a:r>
              <a:rPr lang="ru-RU" dirty="0"/>
              <a:t> – </a:t>
            </a:r>
            <a:r>
              <a:rPr lang="ru-RU" b="1" dirty="0"/>
              <a:t>Интерактивный + </a:t>
            </a:r>
            <a:r>
              <a:rPr lang="ru-RU" b="1" dirty="0" err="1"/>
              <a:t>pull</a:t>
            </a:r>
            <a:r>
              <a:rPr lang="ru-RU" dirty="0"/>
              <a:t>. </a:t>
            </a:r>
          </a:p>
          <a:p>
            <a:pPr lvl="0"/>
            <a:r>
              <a:rPr lang="ru-RU" b="1" dirty="0"/>
              <a:t>Внешний подрядчик</a:t>
            </a:r>
            <a:r>
              <a:rPr lang="ru-RU" dirty="0"/>
              <a:t> – </a:t>
            </a:r>
            <a:r>
              <a:rPr lang="ru-RU" b="1" dirty="0" err="1"/>
              <a:t>Push</a:t>
            </a:r>
            <a:r>
              <a:rPr lang="ru-RU" b="1" dirty="0"/>
              <a:t> + интерактивный</a:t>
            </a:r>
            <a:r>
              <a:rPr lang="ru-RU" dirty="0"/>
              <a:t>.  </a:t>
            </a:r>
          </a:p>
          <a:p>
            <a:pPr lvl="0"/>
            <a:r>
              <a:rPr lang="ru-RU" b="1" dirty="0"/>
              <a:t>Служба поддержки</a:t>
            </a:r>
            <a:r>
              <a:rPr lang="ru-RU" dirty="0"/>
              <a:t> – </a:t>
            </a:r>
            <a:r>
              <a:rPr lang="ru-RU" b="1" dirty="0" err="1"/>
              <a:t>Pull</a:t>
            </a:r>
            <a:r>
              <a:rPr lang="ru-RU" b="1" dirty="0"/>
              <a:t> + </a:t>
            </a:r>
            <a:r>
              <a:rPr lang="ru-RU" b="1" dirty="0" err="1"/>
              <a:t>push</a:t>
            </a:r>
            <a:r>
              <a:rPr lang="ru-RU" dirty="0"/>
              <a:t>.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4398EC13-CC66-14BE-C305-D90EB840C4E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pPr rtl="0"/>
            <a:fld id="{294A09A9-5501-47C1-A89A-A340965A2BE2}" type="slidenum">
              <a:rPr lang="en-US" smtClean="0"/>
              <a:pPr rtl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24245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5">
            <a:extLst>
              <a:ext uri="{FF2B5EF4-FFF2-40B4-BE49-F238E27FC236}">
                <a16:creationId xmlns:a16="http://schemas.microsoft.com/office/drawing/2014/main" id="{EB65D938-FFA1-4996-BA79-6B9EEBEE6D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Реализация обратной связи и учёт шума</a:t>
            </a:r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C1109FBC-C842-4B62-93DE-546AE1B01E7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rtl="0"/>
            <a:r>
              <a:rPr lang="ru" dirty="0"/>
              <a:t>Заголовок презентации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F2D9552A-27CD-4DC2-82FC-8AD00D59A81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rtl="0"/>
            <a:fld id="{294A09A9-5501-47C1-A89A-A340965A2BE2}" type="slidenum">
              <a:rPr lang="en-US" smtClean="0"/>
              <a:pPr rtl="0"/>
              <a:t>9</a:t>
            </a:fld>
            <a:endParaRPr lang="en-US" dirty="0"/>
          </a:p>
        </p:txBody>
      </p:sp>
      <p:pic>
        <p:nvPicPr>
          <p:cNvPr id="3074" name="Picture 2" descr="Как правильно давать обратную связь сотрудникам - Блог Platrum">
            <a:extLst>
              <a:ext uri="{FF2B5EF4-FFF2-40B4-BE49-F238E27FC236}">
                <a16:creationId xmlns:a16="http://schemas.microsoft.com/office/drawing/2014/main" id="{4BC8F9F2-80BD-40EA-A9A6-29F3C893431C}"/>
              </a:ext>
            </a:extLst>
          </p:cNvPr>
          <p:cNvPicPr>
            <a:picLocks noGrp="1" noChangeAspect="1" noChangeArrowheads="1"/>
          </p:cNvPicPr>
          <p:nvPr>
            <p:ph sz="quarter" idx="1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3450" y="2754698"/>
            <a:ext cx="4864100" cy="32329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Изображения по запросу «Цветные помехи» - бесплатно на gryzli.club">
            <a:extLst>
              <a:ext uri="{FF2B5EF4-FFF2-40B4-BE49-F238E27FC236}">
                <a16:creationId xmlns:a16="http://schemas.microsoft.com/office/drawing/2014/main" id="{A8EFC657-8BC7-4663-828E-2AF00268FC9F}"/>
              </a:ext>
            </a:extLst>
          </p:cNvPr>
          <p:cNvPicPr>
            <a:picLocks noGrp="1" noChangeAspect="1" noChangeArrowheads="1"/>
          </p:cNvPicPr>
          <p:nvPr>
            <p:ph sz="quarter" idx="13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69956" y="2524125"/>
            <a:ext cx="3694113" cy="36941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862255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Замещающая рамка рисунка 4" descr="Букет цветов">
            <a:extLst>
              <a:ext uri="{FF2B5EF4-FFF2-40B4-BE49-F238E27FC236}">
                <a16:creationId xmlns:a16="http://schemas.microsoft.com/office/drawing/2014/main" id="{82C0F469-9EA6-0942-67ED-8D4851C74BF6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 cstate="screen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109000"/>
                    </a14:imgEffect>
                    <a14:imgEffect>
                      <a14:brightnessContrast bright="-6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solidFill>
            <a:schemeClr val="bg1">
              <a:lumMod val="95000"/>
            </a:schemeClr>
          </a:solidFill>
        </p:spPr>
      </p:pic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DF951822-544C-11FC-36D3-F53CE376B9C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7048" y="2276856"/>
            <a:ext cx="9144000" cy="1508760"/>
          </a:xfrm>
        </p:spPr>
        <p:txBody>
          <a:bodyPr rtlCol="0"/>
          <a:lstStyle/>
          <a:p>
            <a:r>
              <a:rPr lang="ru-RU" dirty="0"/>
              <a:t>Разработка коммуникационной стратегии</a:t>
            </a:r>
            <a:endParaRPr lang="ru" dirty="0"/>
          </a:p>
        </p:txBody>
      </p:sp>
      <p:sp>
        <p:nvSpPr>
          <p:cNvPr id="8" name="Подзаголовок 7">
            <a:extLst>
              <a:ext uri="{FF2B5EF4-FFF2-40B4-BE49-F238E27FC236}">
                <a16:creationId xmlns:a16="http://schemas.microsoft.com/office/drawing/2014/main" id="{D289A6C7-C300-4AAC-DEAE-687BBDA3074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7048" y="3858768"/>
            <a:ext cx="9144000" cy="841248"/>
          </a:xfrm>
        </p:spPr>
        <p:txBody>
          <a:bodyPr rtlCol="0"/>
          <a:lstStyle/>
          <a:p>
            <a:r>
              <a:rPr lang="ru-RU" dirty="0"/>
              <a:t>для распределённой IT-команды</a:t>
            </a:r>
            <a:endParaRPr lang="ru" dirty="0"/>
          </a:p>
        </p:txBody>
      </p:sp>
      <p:sp>
        <p:nvSpPr>
          <p:cNvPr id="12" name="Табличка 11">
            <a:extLst>
              <a:ext uri="{FF2B5EF4-FFF2-40B4-BE49-F238E27FC236}">
                <a16:creationId xmlns:a16="http://schemas.microsoft.com/office/drawing/2014/main" id="{F6C1C551-67AC-029A-A3FE-5521A1CD68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332854" y="1782305"/>
            <a:ext cx="9546956" cy="3270142"/>
          </a:xfrm>
          <a:prstGeom prst="plaque">
            <a:avLst>
              <a:gd name="adj" fmla="val 7602"/>
            </a:avLst>
          </a:prstGeom>
          <a:noFill/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dirty="0"/>
          </a:p>
        </p:txBody>
      </p:sp>
      <p:cxnSp>
        <p:nvCxnSpPr>
          <p:cNvPr id="13" name="Прямая соединительная линия 12">
            <a:extLst>
              <a:ext uri="{FF2B5EF4-FFF2-40B4-BE49-F238E27FC236}">
                <a16:creationId xmlns:a16="http://schemas.microsoft.com/office/drawing/2014/main" id="{327F1579-738B-D9DF-6A9B-98AB5F50D5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433949" y="3605726"/>
            <a:ext cx="5321300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Изображение 13">
            <a:extLst>
              <a:ext uri="{FF2B5EF4-FFF2-40B4-BE49-F238E27FC236}">
                <a16:creationId xmlns:a16="http://schemas.microsoft.com/office/drawing/2014/main" id="{E96736DE-5AE2-4B04-69F4-474224408D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aturation sat="3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608560" y="3464902"/>
            <a:ext cx="972078" cy="285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81772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 1">
            <a:extLst>
              <a:ext uri="{FF2B5EF4-FFF2-40B4-BE49-F238E27FC236}">
                <a16:creationId xmlns:a16="http://schemas.microsoft.com/office/drawing/2014/main" id="{2B8270AC-601F-D537-3460-3FE09CC6AC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ru-RU" dirty="0"/>
              <a:t>Основные коммуникационные барьеры</a:t>
            </a:r>
            <a:endParaRPr lang="ru" dirty="0"/>
          </a:p>
        </p:txBody>
      </p:sp>
      <p:sp>
        <p:nvSpPr>
          <p:cNvPr id="3" name="Местозаполнитель нижнего колонтитула 2">
            <a:extLst>
              <a:ext uri="{FF2B5EF4-FFF2-40B4-BE49-F238E27FC236}">
                <a16:creationId xmlns:a16="http://schemas.microsoft.com/office/drawing/2014/main" id="{8D66D170-AC52-72BE-0CB6-F9F504A3D24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 rtlCol="0"/>
          <a:lstStyle/>
          <a:p>
            <a:pPr rtl="0"/>
            <a:r>
              <a:rPr lang="ru"/>
              <a:t>Заголовок презентации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E746466F-9F24-C34E-BBA6-2CB94305520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pPr rtl="0"/>
            <a:fld id="{294A09A9-5501-47C1-A89A-A340965A2BE2}" type="slidenum">
              <a:rPr lang="en-US" smtClean="0"/>
              <a:pPr rtl="0"/>
              <a:t>11</a:t>
            </a:fld>
            <a:endParaRPr lang="en-US" dirty="0"/>
          </a:p>
        </p:txBody>
      </p:sp>
      <p:pic>
        <p:nvPicPr>
          <p:cNvPr id="4098" name="Picture 2" descr="Юмор о разводе | Смешные свиньи, Буддийские цитаты, Мы">
            <a:extLst>
              <a:ext uri="{FF2B5EF4-FFF2-40B4-BE49-F238E27FC236}">
                <a16:creationId xmlns:a16="http://schemas.microsoft.com/office/drawing/2014/main" id="{B923B6E8-13E4-487D-9EB2-6AD135E9B8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8221" y="2170408"/>
            <a:ext cx="3075080" cy="20500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 descr="Разные культуры воспринимают одно и тоже по разному">
            <a:extLst>
              <a:ext uri="{FF2B5EF4-FFF2-40B4-BE49-F238E27FC236}">
                <a16:creationId xmlns:a16="http://schemas.microsoft.com/office/drawing/2014/main" id="{82D55531-3AC3-416F-AC07-5BB21E4C9C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27381" y="4320586"/>
            <a:ext cx="2620107" cy="20269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2" name="Picture 6" descr="Lion angry meme | Angry vs chill, Animals, Funny images">
            <a:extLst>
              <a:ext uri="{FF2B5EF4-FFF2-40B4-BE49-F238E27FC236}">
                <a16:creationId xmlns:a16="http://schemas.microsoft.com/office/drawing/2014/main" id="{C2B50AB7-21D1-4AAC-A613-E4A7101B27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20307" y="2170408"/>
            <a:ext cx="3261947" cy="20070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4" name="Picture 8" descr="Лев С Пеной Во Рту Мем">
            <a:extLst>
              <a:ext uri="{FF2B5EF4-FFF2-40B4-BE49-F238E27FC236}">
                <a16:creationId xmlns:a16="http://schemas.microsoft.com/office/drawing/2014/main" id="{D01DC6F2-0C97-4D4F-AB17-1F4C37ECB2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49208" y="4227158"/>
            <a:ext cx="2066192" cy="21871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6" name="Picture 10" descr="Организационная структур предприятия: какие виды бывают">
            <a:extLst>
              <a:ext uri="{FF2B5EF4-FFF2-40B4-BE49-F238E27FC236}">
                <a16:creationId xmlns:a16="http://schemas.microsoft.com/office/drawing/2014/main" id="{37447DE9-275D-4B3B-A3AF-896FBE393B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26590" y="2170408"/>
            <a:ext cx="2999429" cy="20070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133433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5">
            <a:extLst>
              <a:ext uri="{FF2B5EF4-FFF2-40B4-BE49-F238E27FC236}">
                <a16:creationId xmlns:a16="http://schemas.microsoft.com/office/drawing/2014/main" id="{2057FFDB-DFEC-7174-F23F-20C423A03C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93792" y="557784"/>
            <a:ext cx="6419088" cy="1929384"/>
          </a:xfrm>
        </p:spPr>
        <p:txBody>
          <a:bodyPr rtlCol="0">
            <a:normAutofit/>
          </a:bodyPr>
          <a:lstStyle/>
          <a:p>
            <a:r>
              <a:rPr lang="ru-RU" b="1" dirty="0"/>
              <a:t>. Комбинированная стратегия</a:t>
            </a:r>
          </a:p>
        </p:txBody>
      </p:sp>
      <p:pic>
        <p:nvPicPr>
          <p:cNvPr id="8" name="Замещающая рамка рисунка 7" descr="Желтые цветы крупным планом">
            <a:extLst>
              <a:ext uri="{FF2B5EF4-FFF2-40B4-BE49-F238E27FC236}">
                <a16:creationId xmlns:a16="http://schemas.microsoft.com/office/drawing/2014/main" id="{A30CECCA-DB43-3EBC-1ED9-4E7CD74EE3E3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4434464" cy="6858000"/>
          </a:xfrm>
        </p:spPr>
      </p:pic>
      <p:sp>
        <p:nvSpPr>
          <p:cNvPr id="4" name="Местозаполнитель содержимого 3">
            <a:extLst>
              <a:ext uri="{FF2B5EF4-FFF2-40B4-BE49-F238E27FC236}">
                <a16:creationId xmlns:a16="http://schemas.microsoft.com/office/drawing/2014/main" id="{D6F3EE20-53E0-0C62-809D-211B05B88043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193792" y="3328416"/>
            <a:ext cx="6419088" cy="2441448"/>
          </a:xfrm>
        </p:spPr>
        <p:txBody>
          <a:bodyPr rtlCol="0">
            <a:normAutofit/>
          </a:bodyPr>
          <a:lstStyle/>
          <a:p>
            <a:r>
              <a:rPr lang="ru-RU" b="1" dirty="0"/>
              <a:t>использования трёх методов коммуникации</a:t>
            </a:r>
            <a:endParaRPr lang="en-US" dirty="0"/>
          </a:p>
        </p:txBody>
      </p:sp>
      <p:sp>
        <p:nvSpPr>
          <p:cNvPr id="2" name="Местозаполнитель нижнего колонтитула 1">
            <a:extLst>
              <a:ext uri="{FF2B5EF4-FFF2-40B4-BE49-F238E27FC236}">
                <a16:creationId xmlns:a16="http://schemas.microsoft.com/office/drawing/2014/main" id="{0BF157F0-FCC9-135B-D7C0-66741C62659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5193792" y="6356350"/>
            <a:ext cx="4114800" cy="365125"/>
          </a:xfrm>
        </p:spPr>
        <p:txBody>
          <a:bodyPr rtlCol="0"/>
          <a:lstStyle/>
          <a:p>
            <a:pPr rtl="0"/>
            <a:r>
              <a:rPr lang="ru"/>
              <a:t>Название презентации</a:t>
            </a:r>
          </a:p>
        </p:txBody>
      </p:sp>
      <p:sp>
        <p:nvSpPr>
          <p:cNvPr id="3" name="Местозаполнитель номера слайда 2">
            <a:extLst>
              <a:ext uri="{FF2B5EF4-FFF2-40B4-BE49-F238E27FC236}">
                <a16:creationId xmlns:a16="http://schemas.microsoft.com/office/drawing/2014/main" id="{B8F090ED-AB65-F860-A6D0-5F6E60E175E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635996" y="6356350"/>
            <a:ext cx="784860" cy="365125"/>
          </a:xfrm>
        </p:spPr>
        <p:txBody>
          <a:bodyPr rtlCol="0"/>
          <a:lstStyle/>
          <a:p>
            <a:pPr rtl="0"/>
            <a:fld id="{294A09A9-5501-47C1-A89A-A340965A2BE2}" type="slidenum">
              <a:rPr lang="en-US" smtClean="0"/>
              <a:pPr rtl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94286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естозаполнитель нижнего колонтитула 1">
            <a:extLst>
              <a:ext uri="{FF2B5EF4-FFF2-40B4-BE49-F238E27FC236}">
                <a16:creationId xmlns:a16="http://schemas.microsoft.com/office/drawing/2014/main" id="{EC4E5619-0985-32B6-EC73-AFBCAB2F1CF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932688" y="6356350"/>
            <a:ext cx="4114800" cy="365125"/>
          </a:xfrm>
        </p:spPr>
        <p:txBody>
          <a:bodyPr rtlCol="0"/>
          <a:lstStyle/>
          <a:p>
            <a:pPr rtl="0"/>
            <a:r>
              <a:rPr lang="ru"/>
              <a:t>Название презентации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4302C321-51E3-42FB-272E-92F2DCF5A91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635996" y="6356350"/>
            <a:ext cx="784860" cy="365125"/>
          </a:xfrm>
        </p:spPr>
        <p:txBody>
          <a:bodyPr rtlCol="0"/>
          <a:lstStyle/>
          <a:p>
            <a:pPr rtl="0"/>
            <a:fld id="{294A09A9-5501-47C1-A89A-A340965A2BE2}" type="slidenum">
              <a:rPr lang="en-US" smtClean="0"/>
              <a:pPr rtl="0"/>
              <a:t>13</a:t>
            </a:fld>
            <a:endParaRPr lang="en-US" dirty="0"/>
          </a:p>
        </p:txBody>
      </p:sp>
      <p:graphicFrame>
        <p:nvGraphicFramePr>
          <p:cNvPr id="13" name="Таблица 12">
            <a:extLst>
              <a:ext uri="{FF2B5EF4-FFF2-40B4-BE49-F238E27FC236}">
                <a16:creationId xmlns:a16="http://schemas.microsoft.com/office/drawing/2014/main" id="{8F5EEEC2-975F-4C52-AE03-E96FEFB2581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8018197"/>
              </p:ext>
            </p:extLst>
          </p:nvPr>
        </p:nvGraphicFramePr>
        <p:xfrm>
          <a:off x="0" y="0"/>
          <a:ext cx="12192000" cy="686898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3614234820"/>
                    </a:ext>
                  </a:extLst>
                </a:gridCol>
                <a:gridCol w="2332892">
                  <a:extLst>
                    <a:ext uri="{9D8B030D-6E8A-4147-A177-3AD203B41FA5}">
                      <a16:colId xmlns:a16="http://schemas.microsoft.com/office/drawing/2014/main" val="196075412"/>
                    </a:ext>
                  </a:extLst>
                </a:gridCol>
                <a:gridCol w="2479431">
                  <a:extLst>
                    <a:ext uri="{9D8B030D-6E8A-4147-A177-3AD203B41FA5}">
                      <a16:colId xmlns:a16="http://schemas.microsoft.com/office/drawing/2014/main" val="4262436190"/>
                    </a:ext>
                  </a:extLst>
                </a:gridCol>
                <a:gridCol w="4331677">
                  <a:extLst>
                    <a:ext uri="{9D8B030D-6E8A-4147-A177-3AD203B41FA5}">
                      <a16:colId xmlns:a16="http://schemas.microsoft.com/office/drawing/2014/main" val="3632338038"/>
                    </a:ext>
                  </a:extLst>
                </a:gridCol>
              </a:tblGrid>
              <a:tr h="373716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600">
                          <a:effectLst/>
                        </a:rPr>
                        <a:t>Тип взаимодействия</a:t>
                      </a:r>
                      <a:endParaRPr lang="ru-RU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600">
                          <a:effectLst/>
                        </a:rPr>
                        <a:t>Метод коммуникации</a:t>
                      </a:r>
                      <a:endParaRPr lang="ru-RU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600">
                          <a:effectLst/>
                        </a:rPr>
                        <a:t>Инструменты</a:t>
                      </a:r>
                      <a:endParaRPr lang="ru-RU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600">
                          <a:effectLst/>
                        </a:rPr>
                        <a:t>Обоснование</a:t>
                      </a:r>
                      <a:endParaRPr lang="ru-RU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075276713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600">
                          <a:effectLst/>
                        </a:rPr>
                        <a:t>Ежедневная синхронизация команды разработки</a:t>
                      </a:r>
                      <a:endParaRPr lang="ru-RU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600">
                          <a:effectLst/>
                        </a:rPr>
                        <a:t>Интерактивный (короткие стендапы) + pull (обновление задач)</a:t>
                      </a:r>
                      <a:endParaRPr lang="ru-RU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600">
                          <a:effectLst/>
                        </a:rPr>
                        <a:t>Zoom/Teams (15 мин), Jira</a:t>
                      </a:r>
                      <a:endParaRPr lang="ru-RU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600">
                          <a:effectLst/>
                        </a:rPr>
                        <a:t>Быстрая обратная связь, выявление блокеров, синхронизация задач.</a:t>
                      </a:r>
                      <a:endParaRPr lang="ru-RU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183048072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600">
                          <a:effectLst/>
                        </a:rPr>
                        <a:t>Планирование спринта, ретроспектива</a:t>
                      </a:r>
                      <a:endParaRPr lang="ru-RU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600">
                          <a:effectLst/>
                        </a:rPr>
                        <a:t>Интерактивный</a:t>
                      </a:r>
                      <a:endParaRPr lang="ru-RU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600">
                          <a:effectLst/>
                        </a:rPr>
                        <a:t>Zoom/Teams, Miro (для совместной работы)</a:t>
                      </a:r>
                      <a:endParaRPr lang="ru-RU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600">
                          <a:effectLst/>
                        </a:rPr>
                        <a:t>Требуется активное обсуждение, мозговой штурм, немедленная обратная связь.</a:t>
                      </a:r>
                      <a:endParaRPr lang="ru-RU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994359716"/>
                  </a:ext>
                </a:extLst>
              </a:tr>
              <a:tr h="1150286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600">
                          <a:effectLst/>
                        </a:rPr>
                        <a:t>Передача требований, ТЗ, отчётов</a:t>
                      </a:r>
                      <a:endParaRPr lang="ru-RU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600" dirty="0" err="1">
                          <a:effectLst/>
                        </a:rPr>
                        <a:t>Push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600" dirty="0" err="1">
                          <a:effectLst/>
                        </a:rPr>
                        <a:t>Email</a:t>
                      </a:r>
                      <a:r>
                        <a:rPr lang="ru-RU" sz="1600" dirty="0">
                          <a:effectLst/>
                        </a:rPr>
                        <a:t>, </a:t>
                      </a:r>
                      <a:r>
                        <a:rPr lang="ru-RU" sz="1600" dirty="0" err="1">
                          <a:effectLst/>
                        </a:rPr>
                        <a:t>Confluence</a:t>
                      </a:r>
                      <a:r>
                        <a:rPr lang="ru-RU" sz="1600" dirty="0">
                          <a:effectLst/>
                        </a:rPr>
                        <a:t> (уведомления)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600" dirty="0">
                          <a:effectLst/>
                        </a:rPr>
                        <a:t>Информация не требует немедленного ответа, важна фиксация и возможность вернуться к ней позже.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713478236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600">
                          <a:effectLst/>
                        </a:rPr>
                        <a:t>Документирование архитектуры, решений, инструкций</a:t>
                      </a:r>
                      <a:endParaRPr lang="ru-RU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600">
                          <a:effectLst/>
                        </a:rPr>
                        <a:t>Pull</a:t>
                      </a:r>
                      <a:endParaRPr lang="ru-RU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600">
                          <a:effectLst/>
                        </a:rPr>
                        <a:t>Confluence, корпоративный портал</a:t>
                      </a:r>
                      <a:endParaRPr lang="ru-RU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600">
                          <a:effectLst/>
                        </a:rPr>
                        <a:t>Большие объёмы информации, доступ по инициативе получателя, версионность.</a:t>
                      </a:r>
                      <a:endParaRPr lang="ru-RU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27669826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600">
                          <a:effectLst/>
                        </a:rPr>
                        <a:t>Обсуждение критических рисков и изменений</a:t>
                      </a:r>
                      <a:endParaRPr lang="ru-RU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600">
                          <a:effectLst/>
                        </a:rPr>
                        <a:t>Интерактивный</a:t>
                      </a:r>
                      <a:endParaRPr lang="ru-RU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600">
                          <a:effectLst/>
                        </a:rPr>
                        <a:t>Видеоконференция с записью</a:t>
                      </a:r>
                      <a:endParaRPr lang="ru-RU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600">
                          <a:effectLst/>
                        </a:rPr>
                        <a:t>Требуется немедленное согласование и обратная связь от всех сторон.</a:t>
                      </a:r>
                      <a:endParaRPr lang="ru-RU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934167503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600" dirty="0">
                          <a:effectLst/>
                        </a:rPr>
                        <a:t>Статусные отчёты для заказчика и спонсора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600">
                          <a:effectLst/>
                        </a:rPr>
                        <a:t>Push</a:t>
                      </a:r>
                      <a:endParaRPr lang="ru-RU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600">
                          <a:effectLst/>
                        </a:rPr>
                        <a:t>Email с PDF-отчётом, дашборд в Jira</a:t>
                      </a:r>
                      <a:endParaRPr lang="ru-RU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600">
                          <a:effectLst/>
                        </a:rPr>
                        <a:t>Регулярное информирование без необходимости собирать всех на встречу.</a:t>
                      </a:r>
                      <a:endParaRPr lang="ru-RU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195990667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600">
                          <a:effectLst/>
                        </a:rPr>
                        <a:t>Обучение пользователей, база знаний</a:t>
                      </a:r>
                      <a:endParaRPr lang="ru-RU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600">
                          <a:effectLst/>
                        </a:rPr>
                        <a:t>Pull</a:t>
                      </a:r>
                      <a:endParaRPr lang="ru-RU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600">
                          <a:effectLst/>
                        </a:rPr>
                        <a:t>Wiki, обучающие видео на портале</a:t>
                      </a:r>
                      <a:endParaRPr lang="ru-RU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600">
                          <a:effectLst/>
                        </a:rPr>
                        <a:t>Пользователи обращаются по мере необходимости, экономия времени команды.</a:t>
                      </a:r>
                      <a:endParaRPr lang="ru-RU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808786550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600">
                          <a:effectLst/>
                        </a:rPr>
                        <a:t>Неформальное общение, поддержка</a:t>
                      </a:r>
                      <a:endParaRPr lang="ru-RU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600">
                          <a:effectLst/>
                        </a:rPr>
                        <a:t>Интерактивный + pull</a:t>
                      </a:r>
                      <a:endParaRPr lang="ru-RU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600">
                          <a:effectLst/>
                        </a:rPr>
                        <a:t>Slack/Teams (чаты, каналы)</a:t>
                      </a:r>
                      <a:endParaRPr lang="ru-RU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600" dirty="0">
                          <a:effectLst/>
                        </a:rPr>
                        <a:t>Оперативные вопросы, создание сообщества, снижение чувства изоляции.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571218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1239666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4EEBFBF-F8B0-D44E-B6BF-4A0429AC3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2688" y="228600"/>
            <a:ext cx="9528048" cy="1600200"/>
          </a:xfrm>
        </p:spPr>
        <p:txBody>
          <a:bodyPr rtlCol="0"/>
          <a:lstStyle/>
          <a:p>
            <a:r>
              <a:rPr lang="ru-RU" dirty="0"/>
              <a:t>Регламент проведения совещаний для распределённой команды</a:t>
            </a:r>
            <a:endParaRPr lang="ru" dirty="0"/>
          </a:p>
        </p:txBody>
      </p:sp>
      <p:sp>
        <p:nvSpPr>
          <p:cNvPr id="5" name="Объект 4">
            <a:extLst>
              <a:ext uri="{FF2B5EF4-FFF2-40B4-BE49-F238E27FC236}">
                <a16:creationId xmlns:a16="http://schemas.microsoft.com/office/drawing/2014/main" id="{EAD44121-A8E9-49A3-B086-E9F578178891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932688" y="2770632"/>
            <a:ext cx="2625324" cy="3502152"/>
          </a:xfrm>
        </p:spPr>
        <p:txBody>
          <a:bodyPr rtlCol="0">
            <a:normAutofit fontScale="92500"/>
          </a:bodyPr>
          <a:lstStyle/>
          <a:p>
            <a:pPr rtl="0"/>
            <a:r>
              <a:rPr lang="ru" dirty="0"/>
              <a:t>Узнайте, как выступать энергично, чтобы оставить неизгладимое впечатление</a:t>
            </a:r>
          </a:p>
          <a:p>
            <a:pPr rtl="0"/>
            <a:r>
              <a:rPr lang="ru" dirty="0"/>
              <a:t>Одна из целей </a:t>
            </a:r>
            <a:br>
              <a:rPr lang="en-US" dirty="0"/>
            </a:br>
            <a:r>
              <a:rPr lang="ru" dirty="0"/>
              <a:t>эффективного общения — мотивировать слушателей</a:t>
            </a:r>
          </a:p>
        </p:txBody>
      </p:sp>
      <p:sp>
        <p:nvSpPr>
          <p:cNvPr id="3" name="Местозаполнитель нижнего колонтитула 2">
            <a:extLst>
              <a:ext uri="{FF2B5EF4-FFF2-40B4-BE49-F238E27FC236}">
                <a16:creationId xmlns:a16="http://schemas.microsoft.com/office/drawing/2014/main" id="{68A848C7-243A-AE13-E323-3C71FD8DA6C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932688" y="6356350"/>
            <a:ext cx="4114800" cy="365125"/>
          </a:xfrm>
        </p:spPr>
        <p:txBody>
          <a:bodyPr rtlCol="0"/>
          <a:lstStyle/>
          <a:p>
            <a:pPr rtl="0"/>
            <a:r>
              <a:rPr lang="ru"/>
              <a:t>Заголовок презентации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DC69194-7927-A259-0C43-EE59A460354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635996" y="6356350"/>
            <a:ext cx="784860" cy="365125"/>
          </a:xfrm>
        </p:spPr>
        <p:txBody>
          <a:bodyPr rtlCol="0"/>
          <a:lstStyle/>
          <a:p>
            <a:pPr rtl="0"/>
            <a:fld id="{294A09A9-5501-47C1-A89A-A340965A2BE2}" type="slidenum">
              <a:rPr lang="en-US" smtClean="0"/>
              <a:pPr rtl="0"/>
              <a:t>14</a:t>
            </a:fld>
            <a:endParaRPr lang="en-US" dirty="0"/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F82ED0BA-06A3-4A6D-84C9-02D2C5F5664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07210435"/>
              </p:ext>
            </p:extLst>
          </p:nvPr>
        </p:nvGraphicFramePr>
        <p:xfrm>
          <a:off x="265641" y="2192817"/>
          <a:ext cx="11660718" cy="4436583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147441">
                  <a:extLst>
                    <a:ext uri="{9D8B030D-6E8A-4147-A177-3AD203B41FA5}">
                      <a16:colId xmlns:a16="http://schemas.microsoft.com/office/drawing/2014/main" val="2845265030"/>
                    </a:ext>
                  </a:extLst>
                </a:gridCol>
                <a:gridCol w="9513277">
                  <a:extLst>
                    <a:ext uri="{9D8B030D-6E8A-4147-A177-3AD203B41FA5}">
                      <a16:colId xmlns:a16="http://schemas.microsoft.com/office/drawing/2014/main" val="1537893209"/>
                    </a:ext>
                  </a:extLst>
                </a:gridCol>
              </a:tblGrid>
              <a:tr h="13019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600" dirty="0">
                          <a:effectLst/>
                        </a:rPr>
                        <a:t>Параметр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029" marR="5602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600">
                          <a:effectLst/>
                        </a:rPr>
                        <a:t>Правило</a:t>
                      </a:r>
                      <a:endParaRPr lang="ru-RU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029" marR="56029" marT="0" marB="0"/>
                </a:tc>
                <a:extLst>
                  <a:ext uri="{0D108BD9-81ED-4DB2-BD59-A6C34878D82A}">
                    <a16:rowId xmlns:a16="http://schemas.microsoft.com/office/drawing/2014/main" val="3135784558"/>
                  </a:ext>
                </a:extLst>
              </a:tr>
              <a:tr h="804298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600" dirty="0">
                          <a:effectLst/>
                        </a:rPr>
                        <a:t>Частота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029" marR="5602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600" dirty="0">
                          <a:effectLst/>
                        </a:rPr>
                        <a:t>Ежедневный стендап (15 мин) — только команда разработки и тимлид. Еженедельная синхронная встреча (1 час) — вся проектная команда, включая подрядчика и представителя заказчика. Ежемесячный обзорный совет (1,5 часа) — со спонсором и ключевыми стейкхолдерами.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029" marR="56029" marT="0" marB="0"/>
                </a:tc>
                <a:extLst>
                  <a:ext uri="{0D108BD9-81ED-4DB2-BD59-A6C34878D82A}">
                    <a16:rowId xmlns:a16="http://schemas.microsoft.com/office/drawing/2014/main" val="579365455"/>
                  </a:ext>
                </a:extLst>
              </a:tr>
              <a:tr h="26541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600" dirty="0">
                          <a:effectLst/>
                        </a:rPr>
                        <a:t>Продолжительность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029" marR="5602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600">
                          <a:effectLst/>
                        </a:rPr>
                        <a:t>Стендап — не более 15 минут. Рабочие встречи — 45–60 минут. Обзорные — до 90 минут.</a:t>
                      </a:r>
                      <a:endParaRPr lang="ru-RU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029" marR="56029" marT="0" marB="0"/>
                </a:tc>
                <a:extLst>
                  <a:ext uri="{0D108BD9-81ED-4DB2-BD59-A6C34878D82A}">
                    <a16:rowId xmlns:a16="http://schemas.microsoft.com/office/drawing/2014/main" val="1180381784"/>
                  </a:ext>
                </a:extLst>
              </a:tr>
              <a:tr h="669252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600" dirty="0">
                          <a:effectLst/>
                        </a:rPr>
                        <a:t>Время проведения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029" marR="5602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600">
                          <a:effectLst/>
                        </a:rPr>
                        <a:t>С учётом часовых поясов: основные встречи планировать на 10:00–12:00 по Москве (12:00–14:00 по Екатеринбургу), чтобы захватить утро для всех. Для ежедневных стендапов — 09:30 по Москве (11:30 по Екатеринбургу).</a:t>
                      </a:r>
                      <a:endParaRPr lang="ru-RU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029" marR="56029" marT="0" marB="0"/>
                </a:tc>
                <a:extLst>
                  <a:ext uri="{0D108BD9-81ED-4DB2-BD59-A6C34878D82A}">
                    <a16:rowId xmlns:a16="http://schemas.microsoft.com/office/drawing/2014/main" val="121323054"/>
                  </a:ext>
                </a:extLst>
              </a:tr>
              <a:tr h="400633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600" dirty="0">
                          <a:effectLst/>
                        </a:rPr>
                        <a:t>Инструменты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029" marR="5602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600">
                          <a:effectLst/>
                        </a:rPr>
                        <a:t>Zoom или Microsoft Teams (видеоконференции), Miro (для визуализации), Jira (для демонстрации задач), Confluence (для протоколов).</a:t>
                      </a:r>
                      <a:endParaRPr lang="ru-RU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029" marR="56029" marT="0" marB="0"/>
                </a:tc>
                <a:extLst>
                  <a:ext uri="{0D108BD9-81ED-4DB2-BD59-A6C34878D82A}">
                    <a16:rowId xmlns:a16="http://schemas.microsoft.com/office/drawing/2014/main" val="3686716918"/>
                  </a:ext>
                </a:extLst>
              </a:tr>
              <a:tr h="1211959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600" dirty="0">
                          <a:effectLst/>
                        </a:rPr>
                        <a:t>Правила участия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029" marR="5602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600" dirty="0">
                          <a:effectLst/>
                        </a:rPr>
                        <a:t>1. Обязательная регистрация в календаре с указанием часового пояса. 2. За 24 часа до встречи — повестка в </a:t>
                      </a:r>
                      <a:r>
                        <a:rPr lang="ru-RU" sz="1600" dirty="0" err="1">
                          <a:effectLst/>
                        </a:rPr>
                        <a:t>Confluence</a:t>
                      </a:r>
                      <a:r>
                        <a:rPr lang="ru-RU" sz="1600" dirty="0">
                          <a:effectLst/>
                        </a:rPr>
                        <a:t>. 3. Включённая камера приветствуется, но не обязательна. 4. Один говорит — остальные слушают (правило «поднятой руки»). 5. Все решения и договорённости фиксируются в протоколе (ответственный — PM или </a:t>
                      </a:r>
                      <a:r>
                        <a:rPr lang="ru-RU" sz="1600" dirty="0" err="1">
                          <a:effectLst/>
                        </a:rPr>
                        <a:t>скрам</a:t>
                      </a:r>
                      <a:r>
                        <a:rPr lang="ru-RU" sz="1600" dirty="0">
                          <a:effectLst/>
                        </a:rPr>
                        <a:t>-мастер). 6. Запись встречи доступна всем участникам. 7. Для отсутствующих — обязательный просмотр записи и комментарии в чате.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029" marR="56029" marT="0" marB="0"/>
                </a:tc>
                <a:extLst>
                  <a:ext uri="{0D108BD9-81ED-4DB2-BD59-A6C34878D82A}">
                    <a16:rowId xmlns:a16="http://schemas.microsoft.com/office/drawing/2014/main" val="3894261291"/>
                  </a:ext>
                </a:extLst>
              </a:tr>
              <a:tr h="535853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600">
                          <a:effectLst/>
                        </a:rPr>
                        <a:t>Асинхронные альтернативы</a:t>
                      </a:r>
                      <a:endParaRPr lang="ru-RU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029" marR="5602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600" dirty="0">
                          <a:effectLst/>
                        </a:rPr>
                        <a:t>Если встреча невозможна из-за часовых поясов, используется асинхронный формат: видео-сообщение (</a:t>
                      </a:r>
                      <a:r>
                        <a:rPr lang="ru-RU" sz="1600" dirty="0" err="1">
                          <a:effectLst/>
                        </a:rPr>
                        <a:t>Loom</a:t>
                      </a:r>
                      <a:r>
                        <a:rPr lang="ru-RU" sz="1600" dirty="0">
                          <a:effectLst/>
                        </a:rPr>
                        <a:t>), обсуждение в </a:t>
                      </a:r>
                      <a:r>
                        <a:rPr lang="ru-RU" sz="1600" dirty="0" err="1">
                          <a:effectLst/>
                        </a:rPr>
                        <a:t>Slack</a:t>
                      </a:r>
                      <a:r>
                        <a:rPr lang="ru-RU" sz="1600" dirty="0">
                          <a:effectLst/>
                        </a:rPr>
                        <a:t>/</a:t>
                      </a:r>
                      <a:r>
                        <a:rPr lang="ru-RU" sz="1600" dirty="0" err="1">
                          <a:effectLst/>
                        </a:rPr>
                        <a:t>Teams</a:t>
                      </a:r>
                      <a:r>
                        <a:rPr lang="ru-RU" sz="1600" dirty="0">
                          <a:effectLst/>
                        </a:rPr>
                        <a:t> с дедлайном, документ в </a:t>
                      </a:r>
                      <a:r>
                        <a:rPr lang="ru-RU" sz="1600" dirty="0" err="1">
                          <a:effectLst/>
                        </a:rPr>
                        <a:t>Confluence</a:t>
                      </a:r>
                      <a:r>
                        <a:rPr lang="ru-RU" sz="1600" dirty="0">
                          <a:effectLst/>
                        </a:rPr>
                        <a:t> с комментариями.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029" marR="56029" marT="0" marB="0"/>
                </a:tc>
                <a:extLst>
                  <a:ext uri="{0D108BD9-81ED-4DB2-BD59-A6C34878D82A}">
                    <a16:rowId xmlns:a16="http://schemas.microsoft.com/office/drawing/2014/main" val="267550961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9819093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6B3246B-8AB7-A0C9-C6DD-5D9F49D5BC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2688" y="228600"/>
            <a:ext cx="9528048" cy="1600200"/>
          </a:xfrm>
        </p:spPr>
        <p:txBody>
          <a:bodyPr rtlCol="0"/>
          <a:lstStyle/>
          <a:p>
            <a:pPr rtl="0"/>
            <a:r>
              <a:rPr lang="ru" dirty="0"/>
              <a:t>Итоговые советы и рекомендации</a:t>
            </a:r>
          </a:p>
        </p:txBody>
      </p:sp>
      <p:sp>
        <p:nvSpPr>
          <p:cNvPr id="5" name="Объект 4">
            <a:extLst>
              <a:ext uri="{FF2B5EF4-FFF2-40B4-BE49-F238E27FC236}">
                <a16:creationId xmlns:a16="http://schemas.microsoft.com/office/drawing/2014/main" id="{B20DCAFD-6C4D-D08A-CF94-0DA099CE4B5A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932688" y="2432304"/>
            <a:ext cx="6163056" cy="3739896"/>
          </a:xfrm>
        </p:spPr>
        <p:txBody>
          <a:bodyPr rtlCol="0">
            <a:normAutofit lnSpcReduction="10000"/>
          </a:bodyPr>
          <a:lstStyle/>
          <a:p>
            <a:pPr rtl="0"/>
            <a:r>
              <a:rPr lang="ru"/>
              <a:t>Постоянно репетируйте</a:t>
            </a:r>
          </a:p>
          <a:p>
            <a:pPr lvl="1" rtl="0"/>
            <a:r>
              <a:rPr lang="ru"/>
              <a:t>Углубляйте знакомство с предметом</a:t>
            </a:r>
          </a:p>
          <a:p>
            <a:pPr rtl="0"/>
            <a:r>
              <a:rPr lang="ru"/>
              <a:t>Оттачивайте умение выступать</a:t>
            </a:r>
          </a:p>
          <a:p>
            <a:pPr lvl="1" rtl="0"/>
            <a:r>
              <a:rPr lang="ru"/>
              <a:t>Темп, тон и ударение</a:t>
            </a:r>
          </a:p>
          <a:p>
            <a:pPr rtl="0"/>
            <a:r>
              <a:rPr lang="ru"/>
              <a:t>Темп и переход от одного слайда к другому</a:t>
            </a:r>
          </a:p>
          <a:p>
            <a:pPr lvl="1" rtl="0"/>
            <a:r>
              <a:rPr lang="ru"/>
              <a:t>Вырабатывайте профессиональный, уверенный стиль выступления</a:t>
            </a:r>
          </a:p>
          <a:p>
            <a:pPr rtl="0"/>
            <a:r>
              <a:rPr lang="ru"/>
              <a:t>Практикуйтесь со слушателями</a:t>
            </a:r>
          </a:p>
          <a:p>
            <a:pPr lvl="1" rtl="0"/>
            <a:r>
              <a:rPr lang="ru"/>
              <a:t>Попросите коллег послушать вас и оценить выступление</a:t>
            </a:r>
          </a:p>
          <a:p>
            <a:pPr rtl="0"/>
            <a:endParaRPr lang="en-US" dirty="0"/>
          </a:p>
          <a:p>
            <a:pPr rtl="0"/>
            <a:endParaRPr lang="en-US" dirty="0"/>
          </a:p>
        </p:txBody>
      </p:sp>
      <p:sp>
        <p:nvSpPr>
          <p:cNvPr id="6" name="Местозаполнитель содержимого 5">
            <a:extLst>
              <a:ext uri="{FF2B5EF4-FFF2-40B4-BE49-F238E27FC236}">
                <a16:creationId xmlns:a16="http://schemas.microsoft.com/office/drawing/2014/main" id="{B0538762-AEBF-8FD9-03AC-305879D2DC1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424928" y="2441448"/>
            <a:ext cx="4169664" cy="3703320"/>
          </a:xfrm>
        </p:spPr>
        <p:txBody>
          <a:bodyPr rtlCol="0"/>
          <a:lstStyle/>
          <a:p>
            <a:pPr rtl="0"/>
            <a:r>
              <a:rPr lang="ru"/>
              <a:t>Старайтесь узнать мнение окружающих</a:t>
            </a:r>
          </a:p>
          <a:p>
            <a:pPr rtl="0"/>
            <a:r>
              <a:rPr lang="ru"/>
              <a:t>Обдумывайте результаты</a:t>
            </a:r>
          </a:p>
          <a:p>
            <a:pPr rtl="0"/>
            <a:r>
              <a:rPr lang="ru"/>
              <a:t>Изучайте новые методы</a:t>
            </a:r>
          </a:p>
          <a:p>
            <a:pPr rtl="0"/>
            <a:r>
              <a:rPr lang="ru"/>
              <a:t>Ставьте себе цели</a:t>
            </a:r>
          </a:p>
          <a:p>
            <a:pPr rtl="0"/>
            <a:r>
              <a:rPr lang="ru"/>
              <a:t>Повторяйте и адаптируйтесь</a:t>
            </a:r>
          </a:p>
          <a:p>
            <a:pPr rtl="0"/>
            <a:endParaRPr lang="en-US" dirty="0"/>
          </a:p>
        </p:txBody>
      </p:sp>
      <p:sp>
        <p:nvSpPr>
          <p:cNvPr id="3" name="Местозаполнитель нижнего колонтитула 2">
            <a:extLst>
              <a:ext uri="{FF2B5EF4-FFF2-40B4-BE49-F238E27FC236}">
                <a16:creationId xmlns:a16="http://schemas.microsoft.com/office/drawing/2014/main" id="{92F99439-1EDB-4E13-5595-B32899617DF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932688" y="6356350"/>
            <a:ext cx="4114800" cy="365125"/>
          </a:xfrm>
        </p:spPr>
        <p:txBody>
          <a:bodyPr rtlCol="0"/>
          <a:lstStyle/>
          <a:p>
            <a:pPr rtl="0"/>
            <a:r>
              <a:rPr lang="ru"/>
              <a:t>Заголовок презентации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19451A59-0D86-B758-5926-53062622A5E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635996" y="6356350"/>
            <a:ext cx="784860" cy="365125"/>
          </a:xfrm>
        </p:spPr>
        <p:txBody>
          <a:bodyPr rtlCol="0"/>
          <a:lstStyle/>
          <a:p>
            <a:pPr rtl="0"/>
            <a:fld id="{294A09A9-5501-47C1-A89A-A340965A2BE2}" type="slidenum">
              <a:rPr lang="en-US" smtClean="0"/>
              <a:pPr rtl="0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748165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CFE0DBD-0B2D-6832-A30D-1A70318519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r>
              <a:rPr lang="ru-RU" dirty="0"/>
              <a:t>Технологии и системы управления проектной информацией</a:t>
            </a:r>
            <a:endParaRPr lang="en-US" dirty="0"/>
          </a:p>
        </p:txBody>
      </p:sp>
      <p:sp>
        <p:nvSpPr>
          <p:cNvPr id="3" name="Местозаполнитель нижнего колонтитула 2">
            <a:extLst>
              <a:ext uri="{FF2B5EF4-FFF2-40B4-BE49-F238E27FC236}">
                <a16:creationId xmlns:a16="http://schemas.microsoft.com/office/drawing/2014/main" id="{655A5A04-AC5B-B4F0-7404-47D8B3C743A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 rtlCol="0"/>
          <a:lstStyle/>
          <a:p>
            <a:pPr rtl="0"/>
            <a:r>
              <a:rPr lang="ru"/>
              <a:t>Заголовок презентации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E5F5138A-B125-D716-1DF1-A12D0FBDFA0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pPr rtl="0"/>
            <a:fld id="{294A09A9-5501-47C1-A89A-A340965A2BE2}" type="slidenum">
              <a:rPr lang="en-US" smtClean="0"/>
              <a:pPr rtl="0"/>
              <a:t>16</a:t>
            </a:fld>
            <a:endParaRPr lang="en-US" dirty="0"/>
          </a:p>
        </p:txBody>
      </p:sp>
      <p:graphicFrame>
        <p:nvGraphicFramePr>
          <p:cNvPr id="8" name="Таблица 7">
            <a:extLst>
              <a:ext uri="{FF2B5EF4-FFF2-40B4-BE49-F238E27FC236}">
                <a16:creationId xmlns:a16="http://schemas.microsoft.com/office/drawing/2014/main" id="{B626333C-6F9C-4C4B-9E87-1BA45158F66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40332858"/>
              </p:ext>
            </p:extLst>
          </p:nvPr>
        </p:nvGraphicFramePr>
        <p:xfrm>
          <a:off x="237392" y="2180492"/>
          <a:ext cx="11772900" cy="428589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261946">
                  <a:extLst>
                    <a:ext uri="{9D8B030D-6E8A-4147-A177-3AD203B41FA5}">
                      <a16:colId xmlns:a16="http://schemas.microsoft.com/office/drawing/2014/main" val="2990796128"/>
                    </a:ext>
                  </a:extLst>
                </a:gridCol>
                <a:gridCol w="2822331">
                  <a:extLst>
                    <a:ext uri="{9D8B030D-6E8A-4147-A177-3AD203B41FA5}">
                      <a16:colId xmlns:a16="http://schemas.microsoft.com/office/drawing/2014/main" val="2596257551"/>
                    </a:ext>
                  </a:extLst>
                </a:gridCol>
                <a:gridCol w="5688623">
                  <a:extLst>
                    <a:ext uri="{9D8B030D-6E8A-4147-A177-3AD203B41FA5}">
                      <a16:colId xmlns:a16="http://schemas.microsoft.com/office/drawing/2014/main" val="3988454515"/>
                    </a:ext>
                  </a:extLst>
                </a:gridCol>
              </a:tblGrid>
              <a:tr h="214931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100">
                          <a:effectLst/>
                        </a:rPr>
                        <a:t>Категория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100">
                          <a:effectLst/>
                        </a:rPr>
                        <a:t>Рекомендуемые инструменты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100">
                          <a:effectLst/>
                        </a:rPr>
                        <a:t>Назначение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711060937"/>
                  </a:ext>
                </a:extLst>
              </a:tr>
              <a:tr h="438241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600" dirty="0">
                          <a:effectLst/>
                        </a:rPr>
                        <a:t>Управление задачами и проектами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600">
                          <a:effectLst/>
                        </a:rPr>
                        <a:t>Jira</a:t>
                      </a:r>
                      <a:endParaRPr lang="ru-RU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600">
                          <a:effectLst/>
                        </a:rPr>
                        <a:t>Ведение бэклога, спринтов, отслеживание задач, багов, статусов.</a:t>
                      </a:r>
                      <a:endParaRPr lang="ru-RU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132196349"/>
                  </a:ext>
                </a:extLst>
              </a:tr>
              <a:tr h="661551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600" dirty="0">
                          <a:effectLst/>
                        </a:rPr>
                        <a:t>База знаний и документация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600">
                          <a:effectLst/>
                        </a:rPr>
                        <a:t>Confluence</a:t>
                      </a:r>
                      <a:endParaRPr lang="ru-RU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600" dirty="0">
                          <a:effectLst/>
                        </a:rPr>
                        <a:t>Хранение ТЗ, архитектурных решений, протоколов встреч, инструкций, глоссария.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55803493"/>
                  </a:ext>
                </a:extLst>
              </a:tr>
              <a:tr h="110817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600" dirty="0">
                          <a:effectLst/>
                        </a:rPr>
                        <a:t>Коммуникация и чаты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600" dirty="0" err="1">
                          <a:effectLst/>
                        </a:rPr>
                        <a:t>Slack</a:t>
                      </a:r>
                      <a:r>
                        <a:rPr lang="ru-RU" sz="1600" dirty="0">
                          <a:effectLst/>
                        </a:rPr>
                        <a:t> или </a:t>
                      </a:r>
                      <a:r>
                        <a:rPr lang="ru-RU" sz="1600" dirty="0" err="1">
                          <a:effectLst/>
                        </a:rPr>
                        <a:t>Microsoft</a:t>
                      </a:r>
                      <a:r>
                        <a:rPr lang="ru-RU" sz="1600" dirty="0">
                          <a:effectLst/>
                        </a:rPr>
                        <a:t> </a:t>
                      </a:r>
                      <a:r>
                        <a:rPr lang="ru-RU" sz="1600" dirty="0" err="1">
                          <a:effectLst/>
                        </a:rPr>
                        <a:t>Teams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600" dirty="0">
                          <a:effectLst/>
                        </a:rPr>
                        <a:t>Оперативное общение, создание каналов по темам (например, #разработка, #аналитика, #поддержка), интеграция с </a:t>
                      </a:r>
                      <a:r>
                        <a:rPr lang="ru-RU" sz="1600" dirty="0" err="1">
                          <a:effectLst/>
                        </a:rPr>
                        <a:t>Jira</a:t>
                      </a:r>
                      <a:r>
                        <a:rPr lang="ru-RU" sz="1600" dirty="0">
                          <a:effectLst/>
                        </a:rPr>
                        <a:t> и </a:t>
                      </a:r>
                      <a:r>
                        <a:rPr lang="ru-RU" sz="1600" dirty="0" err="1">
                          <a:effectLst/>
                        </a:rPr>
                        <a:t>Confluence</a:t>
                      </a:r>
                      <a:r>
                        <a:rPr lang="ru-RU" sz="1600" dirty="0">
                          <a:effectLst/>
                        </a:rPr>
                        <a:t>.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304185277"/>
                  </a:ext>
                </a:extLst>
              </a:tr>
              <a:tr h="661551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600">
                          <a:effectLst/>
                        </a:rPr>
                        <a:t>Видеоконференции</a:t>
                      </a:r>
                      <a:endParaRPr lang="ru-RU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600" dirty="0" err="1">
                          <a:effectLst/>
                        </a:rPr>
                        <a:t>Zoom</a:t>
                      </a:r>
                      <a:r>
                        <a:rPr lang="ru-RU" sz="1600" dirty="0">
                          <a:effectLst/>
                        </a:rPr>
                        <a:t> или </a:t>
                      </a:r>
                      <a:r>
                        <a:rPr lang="ru-RU" sz="1600" dirty="0" err="1">
                          <a:effectLst/>
                        </a:rPr>
                        <a:t>Microsoft</a:t>
                      </a:r>
                      <a:r>
                        <a:rPr lang="ru-RU" sz="1600" dirty="0">
                          <a:effectLst/>
                        </a:rPr>
                        <a:t> </a:t>
                      </a:r>
                      <a:r>
                        <a:rPr lang="ru-RU" sz="1600" dirty="0" err="1">
                          <a:effectLst/>
                        </a:rPr>
                        <a:t>Teams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600">
                          <a:effectLst/>
                        </a:rPr>
                        <a:t>Проведение совещаний, демонстраций, стендапов. Запись встреч.</a:t>
                      </a:r>
                      <a:endParaRPr lang="ru-RU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293044249"/>
                  </a:ext>
                </a:extLst>
              </a:tr>
              <a:tr h="438241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600">
                          <a:effectLst/>
                        </a:rPr>
                        <a:t>Совместная работа с документами</a:t>
                      </a:r>
                      <a:endParaRPr lang="ru-RU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600" dirty="0" err="1">
                          <a:effectLst/>
                        </a:rPr>
                        <a:t>Google</a:t>
                      </a:r>
                      <a:r>
                        <a:rPr lang="ru-RU" sz="1600" dirty="0">
                          <a:effectLst/>
                        </a:rPr>
                        <a:t> </a:t>
                      </a:r>
                      <a:r>
                        <a:rPr lang="ru-RU" sz="1600" dirty="0" err="1">
                          <a:effectLst/>
                        </a:rPr>
                        <a:t>Docs</a:t>
                      </a:r>
                      <a:r>
                        <a:rPr lang="ru-RU" sz="1600" dirty="0">
                          <a:effectLst/>
                        </a:rPr>
                        <a:t> или </a:t>
                      </a:r>
                      <a:r>
                        <a:rPr lang="ru-RU" sz="1600" dirty="0" err="1">
                          <a:effectLst/>
                        </a:rPr>
                        <a:t>Miro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600">
                          <a:effectLst/>
                        </a:rPr>
                        <a:t>Совместное редактирование документов, мозговые штурмы, схемы.</a:t>
                      </a:r>
                      <a:endParaRPr lang="ru-RU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722299957"/>
                  </a:ext>
                </a:extLst>
              </a:tr>
              <a:tr h="214931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600">
                          <a:effectLst/>
                        </a:rPr>
                        <a:t>Управление версиями кода</a:t>
                      </a:r>
                      <a:endParaRPr lang="ru-RU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600" dirty="0" err="1">
                          <a:effectLst/>
                        </a:rPr>
                        <a:t>GitLab</a:t>
                      </a:r>
                      <a:r>
                        <a:rPr lang="ru-RU" sz="1600" dirty="0">
                          <a:effectLst/>
                        </a:rPr>
                        <a:t> или </a:t>
                      </a:r>
                      <a:r>
                        <a:rPr lang="ru-RU" sz="1600" dirty="0" err="1">
                          <a:effectLst/>
                        </a:rPr>
                        <a:t>GitHub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600" dirty="0">
                          <a:effectLst/>
                        </a:rPr>
                        <a:t>Хранение кода, код-</a:t>
                      </a:r>
                      <a:r>
                        <a:rPr lang="ru-RU" sz="1600" dirty="0" err="1">
                          <a:effectLst/>
                        </a:rPr>
                        <a:t>ревью</a:t>
                      </a:r>
                      <a:r>
                        <a:rPr lang="ru-RU" sz="1600" dirty="0">
                          <a:effectLst/>
                        </a:rPr>
                        <a:t>, CI/CD.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594056437"/>
                  </a:ext>
                </a:extLst>
              </a:tr>
              <a:tr h="438241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600">
                          <a:effectLst/>
                        </a:rPr>
                        <a:t>Мониторинг и дашборды</a:t>
                      </a:r>
                      <a:endParaRPr lang="ru-RU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600">
                          <a:effectLst/>
                        </a:rPr>
                        <a:t>Jira Dashboards </a:t>
                      </a:r>
                      <a:r>
                        <a:rPr lang="ru-RU" sz="1600">
                          <a:effectLst/>
                        </a:rPr>
                        <a:t>или </a:t>
                      </a:r>
                      <a:r>
                        <a:rPr lang="en-US" sz="1600">
                          <a:effectLst/>
                        </a:rPr>
                        <a:t>Power BI</a:t>
                      </a:r>
                      <a:endParaRPr lang="ru-RU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600" dirty="0">
                          <a:effectLst/>
                        </a:rPr>
                        <a:t>Визуализация статуса проекта, метрик, рисков для стейкхолдеров.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23352135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1677530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Замещающая рамка рисунка 11" descr="Букет цветов">
            <a:extLst>
              <a:ext uri="{FF2B5EF4-FFF2-40B4-BE49-F238E27FC236}">
                <a16:creationId xmlns:a16="http://schemas.microsoft.com/office/drawing/2014/main" id="{8AB2ECDC-2C97-9031-6EF9-11EF690976ED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</p:spPr>
      </p:pic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1697D649-277C-A20F-F588-7EA2B85B12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27632" y="822960"/>
            <a:ext cx="6327648" cy="2221992"/>
          </a:xfrm>
        </p:spPr>
        <p:txBody>
          <a:bodyPr rtlCol="0"/>
          <a:lstStyle/>
          <a:p>
            <a:pPr rtl="0"/>
            <a:r>
              <a:rPr lang="ru" dirty="0"/>
              <a:t>Спасибо </a:t>
            </a:r>
            <a:r>
              <a:rPr lang="ru-RU" dirty="0"/>
              <a:t>хорошо</a:t>
            </a:r>
            <a:endParaRPr lang="ru" dirty="0"/>
          </a:p>
        </p:txBody>
      </p:sp>
      <p:sp>
        <p:nvSpPr>
          <p:cNvPr id="15" name="Подзаголовок 14">
            <a:extLst>
              <a:ext uri="{FF2B5EF4-FFF2-40B4-BE49-F238E27FC236}">
                <a16:creationId xmlns:a16="http://schemas.microsoft.com/office/drawing/2014/main" id="{6EF8E06F-4153-981B-474D-3D483B6F4F8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27632" y="3428999"/>
            <a:ext cx="6309360" cy="1703439"/>
          </a:xfrm>
        </p:spPr>
        <p:txBody>
          <a:bodyPr rtlCol="0">
            <a:normAutofit/>
          </a:bodyPr>
          <a:lstStyle/>
          <a:p>
            <a:pPr rtl="0"/>
            <a:r>
              <a:rPr lang="ru-RU" dirty="0"/>
              <a:t>Святослав </a:t>
            </a:r>
            <a:r>
              <a:rPr lang="ru-RU" dirty="0" err="1"/>
              <a:t>Моско</a:t>
            </a:r>
            <a:r>
              <a:rPr lang="ru-RU" dirty="0"/>
              <a:t> Юрьевич</a:t>
            </a:r>
          </a:p>
          <a:p>
            <a:pPr rtl="0"/>
            <a:r>
              <a:rPr lang="en-US" dirty="0"/>
              <a:t>Ne_pishite_mne_please2008@gmail.com</a:t>
            </a:r>
            <a:endParaRPr lang="ru" dirty="0"/>
          </a:p>
        </p:txBody>
      </p:sp>
      <p:cxnSp>
        <p:nvCxnSpPr>
          <p:cNvPr id="25" name="Прямая соединительная линия 24">
            <a:extLst>
              <a:ext uri="{FF2B5EF4-FFF2-40B4-BE49-F238E27FC236}">
                <a16:creationId xmlns:a16="http://schemas.microsoft.com/office/drawing/2014/main" id="{DE502E84-5063-F43E-AC45-9F5CEAA692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701285" y="3209689"/>
            <a:ext cx="3624541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6" name="Рисунок 25">
            <a:extLst>
              <a:ext uri="{FF2B5EF4-FFF2-40B4-BE49-F238E27FC236}">
                <a16:creationId xmlns:a16="http://schemas.microsoft.com/office/drawing/2014/main" id="{DE43C393-A639-F47D-D8A8-BAF189C583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3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839787" y="3066998"/>
            <a:ext cx="972078" cy="285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8040838"/>
      </p:ext>
    </p:extLst>
  </p:cSld>
  <p:clrMapOvr>
    <a:masterClrMapping/>
  </p:clrMapOvr>
</p:sld>
</file>

<file path=ppt/theme/theme1.xml><?xml version="1.0" encoding="utf-8"?>
<a:theme xmlns:a="http://schemas.openxmlformats.org/drawingml/2006/main" name="Пользовательская">
  <a:themeElements>
    <a:clrScheme name="Custom 20">
      <a:dk1>
        <a:srgbClr val="000000"/>
      </a:dk1>
      <a:lt1>
        <a:srgbClr val="FFFFFF"/>
      </a:lt1>
      <a:dk2>
        <a:srgbClr val="CAD8D6"/>
      </a:dk2>
      <a:lt2>
        <a:srgbClr val="E7E6E6"/>
      </a:lt2>
      <a:accent1>
        <a:srgbClr val="7E8679"/>
      </a:accent1>
      <a:accent2>
        <a:srgbClr val="72292A"/>
      </a:accent2>
      <a:accent3>
        <a:srgbClr val="4A3A1C"/>
      </a:accent3>
      <a:accent4>
        <a:srgbClr val="E47D60"/>
      </a:accent4>
      <a:accent5>
        <a:srgbClr val="CEBBAF"/>
      </a:accent5>
      <a:accent6>
        <a:srgbClr val="E8DAC4"/>
      </a:accent6>
      <a:hlink>
        <a:srgbClr val="3968F6"/>
      </a:hlink>
      <a:folHlink>
        <a:srgbClr val="954F72"/>
      </a:folHlink>
    </a:clrScheme>
    <a:fontScheme name="Custom 23">
      <a:majorFont>
        <a:latin typeface="Baskerville Old Face"/>
        <a:ea typeface=""/>
        <a:cs typeface=""/>
      </a:majorFont>
      <a:minorFont>
        <a:latin typeface="Gill Sans Nova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56410444_Win32" id="{6DADA206-4374-4581-8974-7E917238E6AC}" vid="{0F151159-97E4-4815-A9D5-D69B011B07AF}"/>
    </a:ext>
  </a:extLst>
</a:theme>
</file>

<file path=ppt/theme/theme2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A384BFC8-02DA-464F-AE97-4951BE47415C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19915FD3-F777-4046-A12C-BE3860E324BC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71E6BC5B-F32E-483D-A6CB-100D6BCB78C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{7A16F032-424B-426E-B0CC-5E32A4440627}TF6ca04e33-feaa-4cf5-9b27-d56362f12ac087d7dd85_win32-b8961749cfd8</Template>
  <TotalTime>44</TotalTime>
  <Words>1166</Words>
  <Application>Microsoft Office PowerPoint</Application>
  <PresentationFormat>Широкоэкранный</PresentationFormat>
  <Paragraphs>189</Paragraphs>
  <Slides>17</Slides>
  <Notes>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17</vt:i4>
      </vt:variant>
    </vt:vector>
  </HeadingPairs>
  <TitlesOfParts>
    <vt:vector size="22" baseType="lpstr">
      <vt:lpstr>Arial</vt:lpstr>
      <vt:lpstr>Baskerville Old Face</vt:lpstr>
      <vt:lpstr>Calibri</vt:lpstr>
      <vt:lpstr>Gill Sans Nova Light</vt:lpstr>
      <vt:lpstr>Пользовательская</vt:lpstr>
      <vt:lpstr>Практика по управлению коммуникациями в проекте</vt:lpstr>
      <vt:lpstr>Повестка дня</vt:lpstr>
      <vt:lpstr>Анализ заинтересованных сторон и расчёт каналов коммуникации</vt:lpstr>
      <vt:lpstr>Расчёт количества каналов коммуникации</vt:lpstr>
      <vt:lpstr>Матрица коммуникаций</vt:lpstr>
      <vt:lpstr>Презентация PowerPoint</vt:lpstr>
      <vt:lpstr>Обоснование выбора методов коммуникации для каждого стейкхолдера</vt:lpstr>
      <vt:lpstr>PMBOK</vt:lpstr>
      <vt:lpstr>Реализация обратной связи и учёт шума</vt:lpstr>
      <vt:lpstr>Разработка коммуникационной стратегии</vt:lpstr>
      <vt:lpstr>Основные коммуникационные барьеры</vt:lpstr>
      <vt:lpstr>. Комбинированная стратегия</vt:lpstr>
      <vt:lpstr>Презентация PowerPoint</vt:lpstr>
      <vt:lpstr>Регламент проведения совещаний для распределённой команды</vt:lpstr>
      <vt:lpstr>Итоговые советы и рекомендации</vt:lpstr>
      <vt:lpstr>Технологии и системы управления проектной информацией</vt:lpstr>
      <vt:lpstr>Спасибо хорошо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Практика по управлению коммуникациями в проекте</dc:title>
  <dc:creator>SLL</dc:creator>
  <cp:lastModifiedBy>SLL</cp:lastModifiedBy>
  <cp:revision>1</cp:revision>
  <dcterms:created xsi:type="dcterms:W3CDTF">2026-10-28T07:49:38Z</dcterms:created>
  <dcterms:modified xsi:type="dcterms:W3CDTF">2026-10-28T08:33:51Z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